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62" r:id="rId3"/>
    <p:sldId id="258" r:id="rId4"/>
    <p:sldId id="264" r:id="rId5"/>
    <p:sldId id="260" r:id="rId6"/>
    <p:sldId id="279" r:id="rId7"/>
    <p:sldId id="280" r:id="rId8"/>
    <p:sldId id="261" r:id="rId9"/>
    <p:sldId id="281" r:id="rId10"/>
    <p:sldId id="282" r:id="rId11"/>
    <p:sldId id="283" r:id="rId12"/>
    <p:sldId id="267" r:id="rId13"/>
    <p:sldId id="284" r:id="rId14"/>
    <p:sldId id="285" r:id="rId15"/>
    <p:sldId id="272" r:id="rId16"/>
    <p:sldId id="286" r:id="rId17"/>
    <p:sldId id="288" r:id="rId18"/>
    <p:sldId id="289" r:id="rId19"/>
    <p:sldId id="290" r:id="rId20"/>
    <p:sldId id="291" r:id="rId21"/>
    <p:sldId id="292" r:id="rId22"/>
    <p:sldId id="275" r:id="rId23"/>
    <p:sldId id="287" r:id="rId24"/>
  </p:sldIdLst>
  <p:sldSz cx="12192000" cy="6858000"/>
  <p:notesSz cx="6858000" cy="9144000"/>
  <p:defaultText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22"/>
    <p:restoredTop sz="94719"/>
  </p:normalViewPr>
  <p:slideViewPr>
    <p:cSldViewPr snapToGrid="0">
      <p:cViewPr varScale="1">
        <p:scale>
          <a:sx n="152" d="100"/>
          <a:sy n="152" d="100"/>
        </p:scale>
        <p:origin x="1448"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D63CF0-DB43-6046-958B-FF722891068C}" type="datetimeFigureOut">
              <a:rPr lang="en-MX" smtClean="0"/>
              <a:t>26/09/24</a:t>
            </a:fld>
            <a:endParaRPr lang="en-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F8454B-48A7-1349-97B4-CFD8CAC6B3A8}" type="slidenum">
              <a:rPr lang="en-MX" smtClean="0"/>
              <a:t>‹#›</a:t>
            </a:fld>
            <a:endParaRPr lang="en-MX"/>
          </a:p>
        </p:txBody>
      </p:sp>
    </p:spTree>
    <p:extLst>
      <p:ext uri="{BB962C8B-B14F-4D97-AF65-F5344CB8AC3E}">
        <p14:creationId xmlns:p14="http://schemas.microsoft.com/office/powerpoint/2010/main" val="3433271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BFF8454B-48A7-1349-97B4-CFD8CAC6B3A8}" type="slidenum">
              <a:rPr lang="en-MX" smtClean="0"/>
              <a:t>1</a:t>
            </a:fld>
            <a:endParaRPr lang="en-MX"/>
          </a:p>
        </p:txBody>
      </p:sp>
    </p:spTree>
    <p:extLst>
      <p:ext uri="{BB962C8B-B14F-4D97-AF65-F5344CB8AC3E}">
        <p14:creationId xmlns:p14="http://schemas.microsoft.com/office/powerpoint/2010/main" val="3575898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BFF8454B-48A7-1349-97B4-CFD8CAC6B3A8}" type="slidenum">
              <a:rPr lang="en-MX" smtClean="0"/>
              <a:t>8</a:t>
            </a:fld>
            <a:endParaRPr lang="en-MX"/>
          </a:p>
        </p:txBody>
      </p:sp>
    </p:spTree>
    <p:extLst>
      <p:ext uri="{BB962C8B-B14F-4D97-AF65-F5344CB8AC3E}">
        <p14:creationId xmlns:p14="http://schemas.microsoft.com/office/powerpoint/2010/main" val="5619255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EBDA7-8953-EEBF-92CD-23691B768C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DE15EC-652E-9E21-9355-F6B855E22D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2089F2-71EF-F4B6-95B0-CC9B0A3B1750}"/>
              </a:ext>
            </a:extLst>
          </p:cNvPr>
          <p:cNvSpPr>
            <a:spLocks noGrp="1"/>
          </p:cNvSpPr>
          <p:nvPr>
            <p:ph type="body" idx="1"/>
          </p:nvPr>
        </p:nvSpPr>
        <p:spPr/>
        <p:txBody>
          <a:bodyPr/>
          <a:lstStyle/>
          <a:p>
            <a:endParaRPr lang="en-MX" dirty="0"/>
          </a:p>
        </p:txBody>
      </p:sp>
      <p:sp>
        <p:nvSpPr>
          <p:cNvPr id="4" name="Slide Number Placeholder 3">
            <a:extLst>
              <a:ext uri="{FF2B5EF4-FFF2-40B4-BE49-F238E27FC236}">
                <a16:creationId xmlns:a16="http://schemas.microsoft.com/office/drawing/2014/main" id="{3E5022FA-B533-9E6E-5705-B2DB14CE7E02}"/>
              </a:ext>
            </a:extLst>
          </p:cNvPr>
          <p:cNvSpPr>
            <a:spLocks noGrp="1"/>
          </p:cNvSpPr>
          <p:nvPr>
            <p:ph type="sldNum" sz="quarter" idx="5"/>
          </p:nvPr>
        </p:nvSpPr>
        <p:spPr/>
        <p:txBody>
          <a:bodyPr/>
          <a:lstStyle/>
          <a:p>
            <a:fld id="{BFF8454B-48A7-1349-97B4-CFD8CAC6B3A8}" type="slidenum">
              <a:rPr lang="en-MX" smtClean="0"/>
              <a:t>9</a:t>
            </a:fld>
            <a:endParaRPr lang="en-MX"/>
          </a:p>
        </p:txBody>
      </p:sp>
    </p:spTree>
    <p:extLst>
      <p:ext uri="{BB962C8B-B14F-4D97-AF65-F5344CB8AC3E}">
        <p14:creationId xmlns:p14="http://schemas.microsoft.com/office/powerpoint/2010/main" val="37741645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E99F2-E1FF-7645-7550-78AAA2C3C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A4D694-C7DA-B4BA-9948-8C3964B894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873D38-3CA6-1EE4-2FE9-9E6B29430B96}"/>
              </a:ext>
            </a:extLst>
          </p:cNvPr>
          <p:cNvSpPr>
            <a:spLocks noGrp="1"/>
          </p:cNvSpPr>
          <p:nvPr>
            <p:ph type="body" idx="1"/>
          </p:nvPr>
        </p:nvSpPr>
        <p:spPr/>
        <p:txBody>
          <a:bodyPr/>
          <a:lstStyle/>
          <a:p>
            <a:endParaRPr lang="en-MX" dirty="0"/>
          </a:p>
        </p:txBody>
      </p:sp>
      <p:sp>
        <p:nvSpPr>
          <p:cNvPr id="4" name="Slide Number Placeholder 3">
            <a:extLst>
              <a:ext uri="{FF2B5EF4-FFF2-40B4-BE49-F238E27FC236}">
                <a16:creationId xmlns:a16="http://schemas.microsoft.com/office/drawing/2014/main" id="{D1F239E5-97F1-9AC9-98A6-E8D45F2750D8}"/>
              </a:ext>
            </a:extLst>
          </p:cNvPr>
          <p:cNvSpPr>
            <a:spLocks noGrp="1"/>
          </p:cNvSpPr>
          <p:nvPr>
            <p:ph type="sldNum" sz="quarter" idx="5"/>
          </p:nvPr>
        </p:nvSpPr>
        <p:spPr/>
        <p:txBody>
          <a:bodyPr/>
          <a:lstStyle/>
          <a:p>
            <a:fld id="{BFF8454B-48A7-1349-97B4-CFD8CAC6B3A8}" type="slidenum">
              <a:rPr lang="en-MX" smtClean="0"/>
              <a:t>10</a:t>
            </a:fld>
            <a:endParaRPr lang="en-MX"/>
          </a:p>
        </p:txBody>
      </p:sp>
    </p:spTree>
    <p:extLst>
      <p:ext uri="{BB962C8B-B14F-4D97-AF65-F5344CB8AC3E}">
        <p14:creationId xmlns:p14="http://schemas.microsoft.com/office/powerpoint/2010/main" val="33888456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AE367-7C0B-1A5C-7F70-55EC86CFA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ADF1FD-6F07-AC42-7B49-0D6D305E29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1463B7-4F96-CD92-1D18-5E6C4116170A}"/>
              </a:ext>
            </a:extLst>
          </p:cNvPr>
          <p:cNvSpPr>
            <a:spLocks noGrp="1"/>
          </p:cNvSpPr>
          <p:nvPr>
            <p:ph type="body" idx="1"/>
          </p:nvPr>
        </p:nvSpPr>
        <p:spPr/>
        <p:txBody>
          <a:bodyPr/>
          <a:lstStyle/>
          <a:p>
            <a:endParaRPr lang="en-MX" dirty="0"/>
          </a:p>
        </p:txBody>
      </p:sp>
      <p:sp>
        <p:nvSpPr>
          <p:cNvPr id="4" name="Slide Number Placeholder 3">
            <a:extLst>
              <a:ext uri="{FF2B5EF4-FFF2-40B4-BE49-F238E27FC236}">
                <a16:creationId xmlns:a16="http://schemas.microsoft.com/office/drawing/2014/main" id="{B1965061-821F-0823-D20A-75E5D9D3DB66}"/>
              </a:ext>
            </a:extLst>
          </p:cNvPr>
          <p:cNvSpPr>
            <a:spLocks noGrp="1"/>
          </p:cNvSpPr>
          <p:nvPr>
            <p:ph type="sldNum" sz="quarter" idx="5"/>
          </p:nvPr>
        </p:nvSpPr>
        <p:spPr/>
        <p:txBody>
          <a:bodyPr/>
          <a:lstStyle/>
          <a:p>
            <a:fld id="{BFF8454B-48A7-1349-97B4-CFD8CAC6B3A8}" type="slidenum">
              <a:rPr lang="en-MX" smtClean="0"/>
              <a:t>11</a:t>
            </a:fld>
            <a:endParaRPr lang="en-MX"/>
          </a:p>
        </p:txBody>
      </p:sp>
    </p:spTree>
    <p:extLst>
      <p:ext uri="{BB962C8B-B14F-4D97-AF65-F5344CB8AC3E}">
        <p14:creationId xmlns:p14="http://schemas.microsoft.com/office/powerpoint/2010/main" val="21394179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BFF8454B-48A7-1349-97B4-CFD8CAC6B3A8}" type="slidenum">
              <a:rPr lang="en-MX" smtClean="0"/>
              <a:t>12</a:t>
            </a:fld>
            <a:endParaRPr lang="en-MX"/>
          </a:p>
        </p:txBody>
      </p:sp>
    </p:spTree>
    <p:extLst>
      <p:ext uri="{BB962C8B-B14F-4D97-AF65-F5344CB8AC3E}">
        <p14:creationId xmlns:p14="http://schemas.microsoft.com/office/powerpoint/2010/main" val="29381721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401BA-A8F4-CFA1-C54D-F0903D3364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ECB749-172E-C11D-C4DC-A2EAA7D96D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A1D071-B49C-61DC-6847-AAB03A3DD1A9}"/>
              </a:ext>
            </a:extLst>
          </p:cNvPr>
          <p:cNvSpPr>
            <a:spLocks noGrp="1"/>
          </p:cNvSpPr>
          <p:nvPr>
            <p:ph type="body" idx="1"/>
          </p:nvPr>
        </p:nvSpPr>
        <p:spPr/>
        <p:txBody>
          <a:bodyPr/>
          <a:lstStyle/>
          <a:p>
            <a:endParaRPr lang="en-MX" dirty="0"/>
          </a:p>
        </p:txBody>
      </p:sp>
      <p:sp>
        <p:nvSpPr>
          <p:cNvPr id="4" name="Slide Number Placeholder 3">
            <a:extLst>
              <a:ext uri="{FF2B5EF4-FFF2-40B4-BE49-F238E27FC236}">
                <a16:creationId xmlns:a16="http://schemas.microsoft.com/office/drawing/2014/main" id="{406A968A-0C55-22BF-ADAC-03AA72D90AF3}"/>
              </a:ext>
            </a:extLst>
          </p:cNvPr>
          <p:cNvSpPr>
            <a:spLocks noGrp="1"/>
          </p:cNvSpPr>
          <p:nvPr>
            <p:ph type="sldNum" sz="quarter" idx="5"/>
          </p:nvPr>
        </p:nvSpPr>
        <p:spPr/>
        <p:txBody>
          <a:bodyPr/>
          <a:lstStyle/>
          <a:p>
            <a:fld id="{BFF8454B-48A7-1349-97B4-CFD8CAC6B3A8}" type="slidenum">
              <a:rPr lang="en-MX" smtClean="0"/>
              <a:t>13</a:t>
            </a:fld>
            <a:endParaRPr lang="en-MX"/>
          </a:p>
        </p:txBody>
      </p:sp>
    </p:spTree>
    <p:extLst>
      <p:ext uri="{BB962C8B-B14F-4D97-AF65-F5344CB8AC3E}">
        <p14:creationId xmlns:p14="http://schemas.microsoft.com/office/powerpoint/2010/main" val="21002099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8F7E9-9BCF-DE16-349B-ADECBBE520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4450F-FC92-2CAD-F024-22984D053C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2B621E-2F15-C161-78EC-60DFDEDA5953}"/>
              </a:ext>
            </a:extLst>
          </p:cNvPr>
          <p:cNvSpPr>
            <a:spLocks noGrp="1"/>
          </p:cNvSpPr>
          <p:nvPr>
            <p:ph type="body" idx="1"/>
          </p:nvPr>
        </p:nvSpPr>
        <p:spPr/>
        <p:txBody>
          <a:bodyPr/>
          <a:lstStyle/>
          <a:p>
            <a:endParaRPr lang="en-MX" dirty="0"/>
          </a:p>
        </p:txBody>
      </p:sp>
      <p:sp>
        <p:nvSpPr>
          <p:cNvPr id="4" name="Slide Number Placeholder 3">
            <a:extLst>
              <a:ext uri="{FF2B5EF4-FFF2-40B4-BE49-F238E27FC236}">
                <a16:creationId xmlns:a16="http://schemas.microsoft.com/office/drawing/2014/main" id="{DD4B50C3-5E37-32FC-8747-3647E799611B}"/>
              </a:ext>
            </a:extLst>
          </p:cNvPr>
          <p:cNvSpPr>
            <a:spLocks noGrp="1"/>
          </p:cNvSpPr>
          <p:nvPr>
            <p:ph type="sldNum" sz="quarter" idx="5"/>
          </p:nvPr>
        </p:nvSpPr>
        <p:spPr/>
        <p:txBody>
          <a:bodyPr/>
          <a:lstStyle/>
          <a:p>
            <a:fld id="{BFF8454B-48A7-1349-97B4-CFD8CAC6B3A8}" type="slidenum">
              <a:rPr lang="en-MX" smtClean="0"/>
              <a:t>14</a:t>
            </a:fld>
            <a:endParaRPr lang="en-MX"/>
          </a:p>
        </p:txBody>
      </p:sp>
    </p:spTree>
    <p:extLst>
      <p:ext uri="{BB962C8B-B14F-4D97-AF65-F5344CB8AC3E}">
        <p14:creationId xmlns:p14="http://schemas.microsoft.com/office/powerpoint/2010/main" val="39128870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BFF8454B-48A7-1349-97B4-CFD8CAC6B3A8}" type="slidenum">
              <a:rPr lang="en-MX" smtClean="0"/>
              <a:t>15</a:t>
            </a:fld>
            <a:endParaRPr lang="en-MX"/>
          </a:p>
        </p:txBody>
      </p:sp>
    </p:spTree>
    <p:extLst>
      <p:ext uri="{BB962C8B-B14F-4D97-AF65-F5344CB8AC3E}">
        <p14:creationId xmlns:p14="http://schemas.microsoft.com/office/powerpoint/2010/main" val="1078352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C9E33-743C-C554-D7F4-019575E6A4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CB441C-2EBF-AE9B-D85C-750123892E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2EFE64-EA75-3857-A7C1-FFBD18D53C0A}"/>
              </a:ext>
            </a:extLst>
          </p:cNvPr>
          <p:cNvSpPr>
            <a:spLocks noGrp="1"/>
          </p:cNvSpPr>
          <p:nvPr>
            <p:ph type="body" idx="1"/>
          </p:nvPr>
        </p:nvSpPr>
        <p:spPr/>
        <p:txBody>
          <a:bodyPr/>
          <a:lstStyle/>
          <a:p>
            <a:endParaRPr lang="en-MX" dirty="0"/>
          </a:p>
        </p:txBody>
      </p:sp>
      <p:sp>
        <p:nvSpPr>
          <p:cNvPr id="4" name="Slide Number Placeholder 3">
            <a:extLst>
              <a:ext uri="{FF2B5EF4-FFF2-40B4-BE49-F238E27FC236}">
                <a16:creationId xmlns:a16="http://schemas.microsoft.com/office/drawing/2014/main" id="{68048724-5319-B96F-A3ED-AFAA8D4A8CE4}"/>
              </a:ext>
            </a:extLst>
          </p:cNvPr>
          <p:cNvSpPr>
            <a:spLocks noGrp="1"/>
          </p:cNvSpPr>
          <p:nvPr>
            <p:ph type="sldNum" sz="quarter" idx="5"/>
          </p:nvPr>
        </p:nvSpPr>
        <p:spPr/>
        <p:txBody>
          <a:bodyPr/>
          <a:lstStyle/>
          <a:p>
            <a:fld id="{BFF8454B-48A7-1349-97B4-CFD8CAC6B3A8}" type="slidenum">
              <a:rPr lang="en-MX" smtClean="0"/>
              <a:t>16</a:t>
            </a:fld>
            <a:endParaRPr lang="en-MX"/>
          </a:p>
        </p:txBody>
      </p:sp>
    </p:spTree>
    <p:extLst>
      <p:ext uri="{BB962C8B-B14F-4D97-AF65-F5344CB8AC3E}">
        <p14:creationId xmlns:p14="http://schemas.microsoft.com/office/powerpoint/2010/main" val="2364995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131A3-D9E5-A75A-C15F-C47C88C50B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5B5AD6-1CEF-F499-D820-797F41FE97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16E71C-8701-EC35-F773-AE3747B7CB76}"/>
              </a:ext>
            </a:extLst>
          </p:cNvPr>
          <p:cNvSpPr>
            <a:spLocks noGrp="1"/>
          </p:cNvSpPr>
          <p:nvPr>
            <p:ph type="body" idx="1"/>
          </p:nvPr>
        </p:nvSpPr>
        <p:spPr/>
        <p:txBody>
          <a:bodyPr/>
          <a:lstStyle/>
          <a:p>
            <a:endParaRPr lang="en-MX" dirty="0"/>
          </a:p>
        </p:txBody>
      </p:sp>
      <p:sp>
        <p:nvSpPr>
          <p:cNvPr id="4" name="Slide Number Placeholder 3">
            <a:extLst>
              <a:ext uri="{FF2B5EF4-FFF2-40B4-BE49-F238E27FC236}">
                <a16:creationId xmlns:a16="http://schemas.microsoft.com/office/drawing/2014/main" id="{C9997EA6-4660-7EA1-A964-755B68A360C7}"/>
              </a:ext>
            </a:extLst>
          </p:cNvPr>
          <p:cNvSpPr>
            <a:spLocks noGrp="1"/>
          </p:cNvSpPr>
          <p:nvPr>
            <p:ph type="sldNum" sz="quarter" idx="5"/>
          </p:nvPr>
        </p:nvSpPr>
        <p:spPr/>
        <p:txBody>
          <a:bodyPr/>
          <a:lstStyle/>
          <a:p>
            <a:fld id="{BFF8454B-48A7-1349-97B4-CFD8CAC6B3A8}" type="slidenum">
              <a:rPr lang="en-MX" smtClean="0"/>
              <a:t>17</a:t>
            </a:fld>
            <a:endParaRPr lang="en-MX"/>
          </a:p>
        </p:txBody>
      </p:sp>
    </p:spTree>
    <p:extLst>
      <p:ext uri="{BB962C8B-B14F-4D97-AF65-F5344CB8AC3E}">
        <p14:creationId xmlns:p14="http://schemas.microsoft.com/office/powerpoint/2010/main" val="9609888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D43F3-36C8-3E10-2CEA-74C6B1D198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BDC43-241C-A655-F77D-6431DA5811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ADC7F9-9D89-5871-DBF4-8440E4EE06B8}"/>
              </a:ext>
            </a:extLst>
          </p:cNvPr>
          <p:cNvSpPr>
            <a:spLocks noGrp="1"/>
          </p:cNvSpPr>
          <p:nvPr>
            <p:ph type="body" idx="1"/>
          </p:nvPr>
        </p:nvSpPr>
        <p:spPr/>
        <p:txBody>
          <a:bodyPr/>
          <a:lstStyle/>
          <a:p>
            <a:endParaRPr lang="en-MX" dirty="0"/>
          </a:p>
        </p:txBody>
      </p:sp>
      <p:sp>
        <p:nvSpPr>
          <p:cNvPr id="4" name="Slide Number Placeholder 3">
            <a:extLst>
              <a:ext uri="{FF2B5EF4-FFF2-40B4-BE49-F238E27FC236}">
                <a16:creationId xmlns:a16="http://schemas.microsoft.com/office/drawing/2014/main" id="{241B72E5-7958-161C-2178-BD482D297178}"/>
              </a:ext>
            </a:extLst>
          </p:cNvPr>
          <p:cNvSpPr>
            <a:spLocks noGrp="1"/>
          </p:cNvSpPr>
          <p:nvPr>
            <p:ph type="sldNum" sz="quarter" idx="5"/>
          </p:nvPr>
        </p:nvSpPr>
        <p:spPr/>
        <p:txBody>
          <a:bodyPr/>
          <a:lstStyle/>
          <a:p>
            <a:fld id="{BFF8454B-48A7-1349-97B4-CFD8CAC6B3A8}" type="slidenum">
              <a:rPr lang="en-MX" smtClean="0"/>
              <a:t>18</a:t>
            </a:fld>
            <a:endParaRPr lang="en-MX"/>
          </a:p>
        </p:txBody>
      </p:sp>
    </p:spTree>
    <p:extLst>
      <p:ext uri="{BB962C8B-B14F-4D97-AF65-F5344CB8AC3E}">
        <p14:creationId xmlns:p14="http://schemas.microsoft.com/office/powerpoint/2010/main" val="15030580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E8DE1-77EE-FDDB-6B67-CEB0BFBB57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01CCF7-2724-6D8F-5990-1FB2F530C0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80759D-E859-AD8F-0E8C-14813802A034}"/>
              </a:ext>
            </a:extLst>
          </p:cNvPr>
          <p:cNvSpPr>
            <a:spLocks noGrp="1"/>
          </p:cNvSpPr>
          <p:nvPr>
            <p:ph type="body" idx="1"/>
          </p:nvPr>
        </p:nvSpPr>
        <p:spPr/>
        <p:txBody>
          <a:bodyPr/>
          <a:lstStyle/>
          <a:p>
            <a:endParaRPr lang="en-MX" dirty="0"/>
          </a:p>
        </p:txBody>
      </p:sp>
      <p:sp>
        <p:nvSpPr>
          <p:cNvPr id="4" name="Slide Number Placeholder 3">
            <a:extLst>
              <a:ext uri="{FF2B5EF4-FFF2-40B4-BE49-F238E27FC236}">
                <a16:creationId xmlns:a16="http://schemas.microsoft.com/office/drawing/2014/main" id="{432A3CDC-FA38-686F-A866-D1D251007070}"/>
              </a:ext>
            </a:extLst>
          </p:cNvPr>
          <p:cNvSpPr>
            <a:spLocks noGrp="1"/>
          </p:cNvSpPr>
          <p:nvPr>
            <p:ph type="sldNum" sz="quarter" idx="5"/>
          </p:nvPr>
        </p:nvSpPr>
        <p:spPr/>
        <p:txBody>
          <a:bodyPr/>
          <a:lstStyle/>
          <a:p>
            <a:fld id="{BFF8454B-48A7-1349-97B4-CFD8CAC6B3A8}" type="slidenum">
              <a:rPr lang="en-MX" smtClean="0"/>
              <a:t>19</a:t>
            </a:fld>
            <a:endParaRPr lang="en-MX"/>
          </a:p>
        </p:txBody>
      </p:sp>
    </p:spTree>
    <p:extLst>
      <p:ext uri="{BB962C8B-B14F-4D97-AF65-F5344CB8AC3E}">
        <p14:creationId xmlns:p14="http://schemas.microsoft.com/office/powerpoint/2010/main" val="36468840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AE4A6-79BF-D60E-7C05-DF9A584D82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9BD76B-D804-5963-11EF-981763AC0D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E9D4CE-1C8F-921C-D486-005A1EB69681}"/>
              </a:ext>
            </a:extLst>
          </p:cNvPr>
          <p:cNvSpPr>
            <a:spLocks noGrp="1"/>
          </p:cNvSpPr>
          <p:nvPr>
            <p:ph type="body" idx="1"/>
          </p:nvPr>
        </p:nvSpPr>
        <p:spPr/>
        <p:txBody>
          <a:bodyPr/>
          <a:lstStyle/>
          <a:p>
            <a:endParaRPr lang="en-MX" dirty="0"/>
          </a:p>
        </p:txBody>
      </p:sp>
      <p:sp>
        <p:nvSpPr>
          <p:cNvPr id="4" name="Slide Number Placeholder 3">
            <a:extLst>
              <a:ext uri="{FF2B5EF4-FFF2-40B4-BE49-F238E27FC236}">
                <a16:creationId xmlns:a16="http://schemas.microsoft.com/office/drawing/2014/main" id="{4AED0B51-6D54-E6DB-28CF-48236C4F4393}"/>
              </a:ext>
            </a:extLst>
          </p:cNvPr>
          <p:cNvSpPr>
            <a:spLocks noGrp="1"/>
          </p:cNvSpPr>
          <p:nvPr>
            <p:ph type="sldNum" sz="quarter" idx="5"/>
          </p:nvPr>
        </p:nvSpPr>
        <p:spPr/>
        <p:txBody>
          <a:bodyPr/>
          <a:lstStyle/>
          <a:p>
            <a:fld id="{BFF8454B-48A7-1349-97B4-CFD8CAC6B3A8}" type="slidenum">
              <a:rPr lang="en-MX" smtClean="0"/>
              <a:t>20</a:t>
            </a:fld>
            <a:endParaRPr lang="en-MX"/>
          </a:p>
        </p:txBody>
      </p:sp>
    </p:spTree>
    <p:extLst>
      <p:ext uri="{BB962C8B-B14F-4D97-AF65-F5344CB8AC3E}">
        <p14:creationId xmlns:p14="http://schemas.microsoft.com/office/powerpoint/2010/main" val="31024113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E6984-4634-00DB-10BA-2AAF177588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5272DC-BEA1-7771-198C-21A3C2EF33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84C149-DC44-B7E7-23AA-9B4B39365D6E}"/>
              </a:ext>
            </a:extLst>
          </p:cNvPr>
          <p:cNvSpPr>
            <a:spLocks noGrp="1"/>
          </p:cNvSpPr>
          <p:nvPr>
            <p:ph type="body" idx="1"/>
          </p:nvPr>
        </p:nvSpPr>
        <p:spPr/>
        <p:txBody>
          <a:bodyPr/>
          <a:lstStyle/>
          <a:p>
            <a:endParaRPr lang="en-MX" dirty="0"/>
          </a:p>
        </p:txBody>
      </p:sp>
      <p:sp>
        <p:nvSpPr>
          <p:cNvPr id="4" name="Slide Number Placeholder 3">
            <a:extLst>
              <a:ext uri="{FF2B5EF4-FFF2-40B4-BE49-F238E27FC236}">
                <a16:creationId xmlns:a16="http://schemas.microsoft.com/office/drawing/2014/main" id="{B2E2BDA1-945C-9DBF-B694-4101DF8B2CC2}"/>
              </a:ext>
            </a:extLst>
          </p:cNvPr>
          <p:cNvSpPr>
            <a:spLocks noGrp="1"/>
          </p:cNvSpPr>
          <p:nvPr>
            <p:ph type="sldNum" sz="quarter" idx="5"/>
          </p:nvPr>
        </p:nvSpPr>
        <p:spPr/>
        <p:txBody>
          <a:bodyPr/>
          <a:lstStyle/>
          <a:p>
            <a:fld id="{BFF8454B-48A7-1349-97B4-CFD8CAC6B3A8}" type="slidenum">
              <a:rPr lang="en-MX" smtClean="0"/>
              <a:t>21</a:t>
            </a:fld>
            <a:endParaRPr lang="en-MX"/>
          </a:p>
        </p:txBody>
      </p:sp>
    </p:spTree>
    <p:extLst>
      <p:ext uri="{BB962C8B-B14F-4D97-AF65-F5344CB8AC3E}">
        <p14:creationId xmlns:p14="http://schemas.microsoft.com/office/powerpoint/2010/main" val="23699082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C541B-15C7-382C-20CD-71C6E8B35D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88111-F707-A5A5-738A-1F4061B681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E1F5FA-6D46-CD09-8BB8-735D5675E8B0}"/>
              </a:ext>
            </a:extLst>
          </p:cNvPr>
          <p:cNvSpPr>
            <a:spLocks noGrp="1"/>
          </p:cNvSpPr>
          <p:nvPr>
            <p:ph type="body" idx="1"/>
          </p:nvPr>
        </p:nvSpPr>
        <p:spPr/>
        <p:txBody>
          <a:bodyPr/>
          <a:lstStyle/>
          <a:p>
            <a:endParaRPr lang="en-MX" dirty="0"/>
          </a:p>
        </p:txBody>
      </p:sp>
      <p:sp>
        <p:nvSpPr>
          <p:cNvPr id="4" name="Slide Number Placeholder 3">
            <a:extLst>
              <a:ext uri="{FF2B5EF4-FFF2-40B4-BE49-F238E27FC236}">
                <a16:creationId xmlns:a16="http://schemas.microsoft.com/office/drawing/2014/main" id="{323916BC-5B10-A121-541F-5E1160261C84}"/>
              </a:ext>
            </a:extLst>
          </p:cNvPr>
          <p:cNvSpPr>
            <a:spLocks noGrp="1"/>
          </p:cNvSpPr>
          <p:nvPr>
            <p:ph type="sldNum" sz="quarter" idx="5"/>
          </p:nvPr>
        </p:nvSpPr>
        <p:spPr/>
        <p:txBody>
          <a:bodyPr/>
          <a:lstStyle/>
          <a:p>
            <a:fld id="{BFF8454B-48A7-1349-97B4-CFD8CAC6B3A8}" type="slidenum">
              <a:rPr lang="en-MX" smtClean="0"/>
              <a:t>23</a:t>
            </a:fld>
            <a:endParaRPr lang="en-MX"/>
          </a:p>
        </p:txBody>
      </p:sp>
    </p:spTree>
    <p:extLst>
      <p:ext uri="{BB962C8B-B14F-4D97-AF65-F5344CB8AC3E}">
        <p14:creationId xmlns:p14="http://schemas.microsoft.com/office/powerpoint/2010/main" val="32706520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1B261-C261-B698-C2FC-927629E0AA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X"/>
          </a:p>
        </p:txBody>
      </p:sp>
      <p:sp>
        <p:nvSpPr>
          <p:cNvPr id="3" name="Subtitle 2">
            <a:extLst>
              <a:ext uri="{FF2B5EF4-FFF2-40B4-BE49-F238E27FC236}">
                <a16:creationId xmlns:a16="http://schemas.microsoft.com/office/drawing/2014/main" id="{A481D354-A9A3-CD8D-1F7F-AEC1729325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X"/>
          </a:p>
        </p:txBody>
      </p:sp>
      <p:sp>
        <p:nvSpPr>
          <p:cNvPr id="4" name="Date Placeholder 3">
            <a:extLst>
              <a:ext uri="{FF2B5EF4-FFF2-40B4-BE49-F238E27FC236}">
                <a16:creationId xmlns:a16="http://schemas.microsoft.com/office/drawing/2014/main" id="{79CB9A49-51D5-7231-1AC5-FA039066FA4D}"/>
              </a:ext>
            </a:extLst>
          </p:cNvPr>
          <p:cNvSpPr>
            <a:spLocks noGrp="1"/>
          </p:cNvSpPr>
          <p:nvPr>
            <p:ph type="dt" sz="half" idx="10"/>
          </p:nvPr>
        </p:nvSpPr>
        <p:spPr/>
        <p:txBody>
          <a:bodyPr/>
          <a:lstStyle/>
          <a:p>
            <a:fld id="{B184E338-A699-6243-97AE-0FA309E8D06A}" type="datetimeFigureOut">
              <a:rPr lang="en-MX" smtClean="0"/>
              <a:t>26/09/24</a:t>
            </a:fld>
            <a:endParaRPr lang="en-MX"/>
          </a:p>
        </p:txBody>
      </p:sp>
      <p:sp>
        <p:nvSpPr>
          <p:cNvPr id="5" name="Footer Placeholder 4">
            <a:extLst>
              <a:ext uri="{FF2B5EF4-FFF2-40B4-BE49-F238E27FC236}">
                <a16:creationId xmlns:a16="http://schemas.microsoft.com/office/drawing/2014/main" id="{C2E83398-A112-886A-8CB5-E7288460793F}"/>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D3AB8DF1-19CE-8CBB-3E9F-29076073ED12}"/>
              </a:ext>
            </a:extLst>
          </p:cNvPr>
          <p:cNvSpPr>
            <a:spLocks noGrp="1"/>
          </p:cNvSpPr>
          <p:nvPr>
            <p:ph type="sldNum" sz="quarter" idx="12"/>
          </p:nvPr>
        </p:nvSpPr>
        <p:spPr/>
        <p:txBody>
          <a:bodyPr/>
          <a:lstStyle/>
          <a:p>
            <a:fld id="{908F569B-39A9-F642-A2E1-A82D240BF61F}" type="slidenum">
              <a:rPr lang="en-MX" smtClean="0"/>
              <a:t>‹#›</a:t>
            </a:fld>
            <a:endParaRPr lang="en-MX"/>
          </a:p>
        </p:txBody>
      </p:sp>
    </p:spTree>
    <p:extLst>
      <p:ext uri="{BB962C8B-B14F-4D97-AF65-F5344CB8AC3E}">
        <p14:creationId xmlns:p14="http://schemas.microsoft.com/office/powerpoint/2010/main" val="1923081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AA1E9-D642-6FE2-E6B6-5C41CF171D38}"/>
              </a:ext>
            </a:extLst>
          </p:cNvPr>
          <p:cNvSpPr>
            <a:spLocks noGrp="1"/>
          </p:cNvSpPr>
          <p:nvPr>
            <p:ph type="title"/>
          </p:nvPr>
        </p:nvSpPr>
        <p:spPr/>
        <p:txBody>
          <a:bodyPr/>
          <a:lstStyle/>
          <a:p>
            <a:r>
              <a:rPr lang="en-US"/>
              <a:t>Click to edit Master title style</a:t>
            </a:r>
            <a:endParaRPr lang="en-MX"/>
          </a:p>
        </p:txBody>
      </p:sp>
      <p:sp>
        <p:nvSpPr>
          <p:cNvPr id="3" name="Content Placeholder 2">
            <a:extLst>
              <a:ext uri="{FF2B5EF4-FFF2-40B4-BE49-F238E27FC236}">
                <a16:creationId xmlns:a16="http://schemas.microsoft.com/office/drawing/2014/main" id="{DF9EB383-A3B5-D69D-3BF6-83D2E28761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E1164684-DEEA-97D7-C367-AC3840C75FD7}"/>
              </a:ext>
            </a:extLst>
          </p:cNvPr>
          <p:cNvSpPr>
            <a:spLocks noGrp="1"/>
          </p:cNvSpPr>
          <p:nvPr>
            <p:ph type="dt" sz="half" idx="10"/>
          </p:nvPr>
        </p:nvSpPr>
        <p:spPr/>
        <p:txBody>
          <a:bodyPr/>
          <a:lstStyle/>
          <a:p>
            <a:fld id="{B184E338-A699-6243-97AE-0FA309E8D06A}" type="datetimeFigureOut">
              <a:rPr lang="en-MX" smtClean="0"/>
              <a:t>26/09/24</a:t>
            </a:fld>
            <a:endParaRPr lang="en-MX"/>
          </a:p>
        </p:txBody>
      </p:sp>
      <p:sp>
        <p:nvSpPr>
          <p:cNvPr id="5" name="Footer Placeholder 4">
            <a:extLst>
              <a:ext uri="{FF2B5EF4-FFF2-40B4-BE49-F238E27FC236}">
                <a16:creationId xmlns:a16="http://schemas.microsoft.com/office/drawing/2014/main" id="{4E59780B-2B77-3FBB-5F9A-08FC02506CC9}"/>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86F1CE7F-4178-22B4-A546-9EBEC31A4499}"/>
              </a:ext>
            </a:extLst>
          </p:cNvPr>
          <p:cNvSpPr>
            <a:spLocks noGrp="1"/>
          </p:cNvSpPr>
          <p:nvPr>
            <p:ph type="sldNum" sz="quarter" idx="12"/>
          </p:nvPr>
        </p:nvSpPr>
        <p:spPr/>
        <p:txBody>
          <a:bodyPr/>
          <a:lstStyle/>
          <a:p>
            <a:fld id="{908F569B-39A9-F642-A2E1-A82D240BF61F}" type="slidenum">
              <a:rPr lang="en-MX" smtClean="0"/>
              <a:t>‹#›</a:t>
            </a:fld>
            <a:endParaRPr lang="en-MX"/>
          </a:p>
        </p:txBody>
      </p:sp>
    </p:spTree>
    <p:extLst>
      <p:ext uri="{BB962C8B-B14F-4D97-AF65-F5344CB8AC3E}">
        <p14:creationId xmlns:p14="http://schemas.microsoft.com/office/powerpoint/2010/main" val="276816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F02A2-275B-9F5A-9F64-5CA57BF3A1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X"/>
          </a:p>
        </p:txBody>
      </p:sp>
      <p:sp>
        <p:nvSpPr>
          <p:cNvPr id="3" name="Text Placeholder 2">
            <a:extLst>
              <a:ext uri="{FF2B5EF4-FFF2-40B4-BE49-F238E27FC236}">
                <a16:creationId xmlns:a16="http://schemas.microsoft.com/office/drawing/2014/main" id="{CF670311-5B4E-7118-FC75-23E67E14F3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52E582-B108-96FB-62B2-4570A7A507AD}"/>
              </a:ext>
            </a:extLst>
          </p:cNvPr>
          <p:cNvSpPr>
            <a:spLocks noGrp="1"/>
          </p:cNvSpPr>
          <p:nvPr>
            <p:ph type="dt" sz="half" idx="10"/>
          </p:nvPr>
        </p:nvSpPr>
        <p:spPr/>
        <p:txBody>
          <a:bodyPr/>
          <a:lstStyle/>
          <a:p>
            <a:fld id="{B184E338-A699-6243-97AE-0FA309E8D06A}" type="datetimeFigureOut">
              <a:rPr lang="en-MX" smtClean="0"/>
              <a:t>26/09/24</a:t>
            </a:fld>
            <a:endParaRPr lang="en-MX"/>
          </a:p>
        </p:txBody>
      </p:sp>
      <p:sp>
        <p:nvSpPr>
          <p:cNvPr id="5" name="Footer Placeholder 4">
            <a:extLst>
              <a:ext uri="{FF2B5EF4-FFF2-40B4-BE49-F238E27FC236}">
                <a16:creationId xmlns:a16="http://schemas.microsoft.com/office/drawing/2014/main" id="{D859C463-A20A-CBE4-90D8-D71DB9B4124E}"/>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3EA02A01-CF1F-7751-2CDB-0E714CE044E9}"/>
              </a:ext>
            </a:extLst>
          </p:cNvPr>
          <p:cNvSpPr>
            <a:spLocks noGrp="1"/>
          </p:cNvSpPr>
          <p:nvPr>
            <p:ph type="sldNum" sz="quarter" idx="12"/>
          </p:nvPr>
        </p:nvSpPr>
        <p:spPr/>
        <p:txBody>
          <a:bodyPr/>
          <a:lstStyle/>
          <a:p>
            <a:fld id="{908F569B-39A9-F642-A2E1-A82D240BF61F}" type="slidenum">
              <a:rPr lang="en-MX" smtClean="0"/>
              <a:t>‹#›</a:t>
            </a:fld>
            <a:endParaRPr lang="en-MX"/>
          </a:p>
        </p:txBody>
      </p:sp>
    </p:spTree>
    <p:extLst>
      <p:ext uri="{BB962C8B-B14F-4D97-AF65-F5344CB8AC3E}">
        <p14:creationId xmlns:p14="http://schemas.microsoft.com/office/powerpoint/2010/main" val="1128465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9E601-A0F5-3CA0-98F7-55634A516CCC}"/>
              </a:ext>
            </a:extLst>
          </p:cNvPr>
          <p:cNvSpPr>
            <a:spLocks noGrp="1"/>
          </p:cNvSpPr>
          <p:nvPr>
            <p:ph type="title"/>
          </p:nvPr>
        </p:nvSpPr>
        <p:spPr/>
        <p:txBody>
          <a:bodyPr/>
          <a:lstStyle/>
          <a:p>
            <a:r>
              <a:rPr lang="en-US"/>
              <a:t>Click to edit Master title style</a:t>
            </a:r>
            <a:endParaRPr lang="en-MX"/>
          </a:p>
        </p:txBody>
      </p:sp>
      <p:sp>
        <p:nvSpPr>
          <p:cNvPr id="3" name="Content Placeholder 2">
            <a:extLst>
              <a:ext uri="{FF2B5EF4-FFF2-40B4-BE49-F238E27FC236}">
                <a16:creationId xmlns:a16="http://schemas.microsoft.com/office/drawing/2014/main" id="{15A35DDF-E513-5E75-527E-5C1EA03AFC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Content Placeholder 3">
            <a:extLst>
              <a:ext uri="{FF2B5EF4-FFF2-40B4-BE49-F238E27FC236}">
                <a16:creationId xmlns:a16="http://schemas.microsoft.com/office/drawing/2014/main" id="{9CE0498E-369B-2C5E-E059-463C1E0EEB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5" name="Date Placeholder 4">
            <a:extLst>
              <a:ext uri="{FF2B5EF4-FFF2-40B4-BE49-F238E27FC236}">
                <a16:creationId xmlns:a16="http://schemas.microsoft.com/office/drawing/2014/main" id="{65450642-D723-A080-F1B1-8C24E49557C1}"/>
              </a:ext>
            </a:extLst>
          </p:cNvPr>
          <p:cNvSpPr>
            <a:spLocks noGrp="1"/>
          </p:cNvSpPr>
          <p:nvPr>
            <p:ph type="dt" sz="half" idx="10"/>
          </p:nvPr>
        </p:nvSpPr>
        <p:spPr/>
        <p:txBody>
          <a:bodyPr/>
          <a:lstStyle/>
          <a:p>
            <a:fld id="{B184E338-A699-6243-97AE-0FA309E8D06A}" type="datetimeFigureOut">
              <a:rPr lang="en-MX" smtClean="0"/>
              <a:t>26/09/24</a:t>
            </a:fld>
            <a:endParaRPr lang="en-MX"/>
          </a:p>
        </p:txBody>
      </p:sp>
      <p:sp>
        <p:nvSpPr>
          <p:cNvPr id="6" name="Footer Placeholder 5">
            <a:extLst>
              <a:ext uri="{FF2B5EF4-FFF2-40B4-BE49-F238E27FC236}">
                <a16:creationId xmlns:a16="http://schemas.microsoft.com/office/drawing/2014/main" id="{5558730B-0AD9-B7DF-F884-620638059D1F}"/>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D6204755-61E8-AF1A-FA8D-344DBE239B91}"/>
              </a:ext>
            </a:extLst>
          </p:cNvPr>
          <p:cNvSpPr>
            <a:spLocks noGrp="1"/>
          </p:cNvSpPr>
          <p:nvPr>
            <p:ph type="sldNum" sz="quarter" idx="12"/>
          </p:nvPr>
        </p:nvSpPr>
        <p:spPr/>
        <p:txBody>
          <a:bodyPr/>
          <a:lstStyle/>
          <a:p>
            <a:fld id="{908F569B-39A9-F642-A2E1-A82D240BF61F}" type="slidenum">
              <a:rPr lang="en-MX" smtClean="0"/>
              <a:t>‹#›</a:t>
            </a:fld>
            <a:endParaRPr lang="en-MX"/>
          </a:p>
        </p:txBody>
      </p:sp>
    </p:spTree>
    <p:extLst>
      <p:ext uri="{BB962C8B-B14F-4D97-AF65-F5344CB8AC3E}">
        <p14:creationId xmlns:p14="http://schemas.microsoft.com/office/powerpoint/2010/main" val="983627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F7FA9-4F31-180C-5861-505A404B6733}"/>
              </a:ext>
            </a:extLst>
          </p:cNvPr>
          <p:cNvSpPr>
            <a:spLocks noGrp="1"/>
          </p:cNvSpPr>
          <p:nvPr>
            <p:ph type="title"/>
          </p:nvPr>
        </p:nvSpPr>
        <p:spPr>
          <a:xfrm>
            <a:off x="839788" y="365125"/>
            <a:ext cx="10515600" cy="1325563"/>
          </a:xfrm>
        </p:spPr>
        <p:txBody>
          <a:bodyPr/>
          <a:lstStyle/>
          <a:p>
            <a:r>
              <a:rPr lang="en-US"/>
              <a:t>Click to edit Master title style</a:t>
            </a:r>
            <a:endParaRPr lang="en-MX"/>
          </a:p>
        </p:txBody>
      </p:sp>
      <p:sp>
        <p:nvSpPr>
          <p:cNvPr id="3" name="Text Placeholder 2">
            <a:extLst>
              <a:ext uri="{FF2B5EF4-FFF2-40B4-BE49-F238E27FC236}">
                <a16:creationId xmlns:a16="http://schemas.microsoft.com/office/drawing/2014/main" id="{54241B57-1ECF-4ECE-12B8-E2138D8A34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827FD4-DE5E-EE72-2763-B66F971C8D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5" name="Text Placeholder 4">
            <a:extLst>
              <a:ext uri="{FF2B5EF4-FFF2-40B4-BE49-F238E27FC236}">
                <a16:creationId xmlns:a16="http://schemas.microsoft.com/office/drawing/2014/main" id="{8B655E8F-C3AB-551B-C693-ABA5C8E510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422A0A-17B6-A2DE-EDE0-0AF0F3EE73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7" name="Date Placeholder 6">
            <a:extLst>
              <a:ext uri="{FF2B5EF4-FFF2-40B4-BE49-F238E27FC236}">
                <a16:creationId xmlns:a16="http://schemas.microsoft.com/office/drawing/2014/main" id="{1F1C4154-82D7-5480-4FF6-2FB7BA0823B3}"/>
              </a:ext>
            </a:extLst>
          </p:cNvPr>
          <p:cNvSpPr>
            <a:spLocks noGrp="1"/>
          </p:cNvSpPr>
          <p:nvPr>
            <p:ph type="dt" sz="half" idx="10"/>
          </p:nvPr>
        </p:nvSpPr>
        <p:spPr/>
        <p:txBody>
          <a:bodyPr/>
          <a:lstStyle/>
          <a:p>
            <a:fld id="{B184E338-A699-6243-97AE-0FA309E8D06A}" type="datetimeFigureOut">
              <a:rPr lang="en-MX" smtClean="0"/>
              <a:t>26/09/24</a:t>
            </a:fld>
            <a:endParaRPr lang="en-MX"/>
          </a:p>
        </p:txBody>
      </p:sp>
      <p:sp>
        <p:nvSpPr>
          <p:cNvPr id="8" name="Footer Placeholder 7">
            <a:extLst>
              <a:ext uri="{FF2B5EF4-FFF2-40B4-BE49-F238E27FC236}">
                <a16:creationId xmlns:a16="http://schemas.microsoft.com/office/drawing/2014/main" id="{7C2F6F03-484E-3947-859C-246FE3E20B46}"/>
              </a:ext>
            </a:extLst>
          </p:cNvPr>
          <p:cNvSpPr>
            <a:spLocks noGrp="1"/>
          </p:cNvSpPr>
          <p:nvPr>
            <p:ph type="ftr" sz="quarter" idx="11"/>
          </p:nvPr>
        </p:nvSpPr>
        <p:spPr/>
        <p:txBody>
          <a:bodyPr/>
          <a:lstStyle/>
          <a:p>
            <a:endParaRPr lang="en-MX"/>
          </a:p>
        </p:txBody>
      </p:sp>
      <p:sp>
        <p:nvSpPr>
          <p:cNvPr id="9" name="Slide Number Placeholder 8">
            <a:extLst>
              <a:ext uri="{FF2B5EF4-FFF2-40B4-BE49-F238E27FC236}">
                <a16:creationId xmlns:a16="http://schemas.microsoft.com/office/drawing/2014/main" id="{69EEAA0A-70F8-4D06-36B4-EF3C4B2C6EC4}"/>
              </a:ext>
            </a:extLst>
          </p:cNvPr>
          <p:cNvSpPr>
            <a:spLocks noGrp="1"/>
          </p:cNvSpPr>
          <p:nvPr>
            <p:ph type="sldNum" sz="quarter" idx="12"/>
          </p:nvPr>
        </p:nvSpPr>
        <p:spPr/>
        <p:txBody>
          <a:bodyPr/>
          <a:lstStyle/>
          <a:p>
            <a:fld id="{908F569B-39A9-F642-A2E1-A82D240BF61F}" type="slidenum">
              <a:rPr lang="en-MX" smtClean="0"/>
              <a:t>‹#›</a:t>
            </a:fld>
            <a:endParaRPr lang="en-MX"/>
          </a:p>
        </p:txBody>
      </p:sp>
    </p:spTree>
    <p:extLst>
      <p:ext uri="{BB962C8B-B14F-4D97-AF65-F5344CB8AC3E}">
        <p14:creationId xmlns:p14="http://schemas.microsoft.com/office/powerpoint/2010/main" val="3095597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A8F4-D027-E25F-FA77-EFF9209C5951}"/>
              </a:ext>
            </a:extLst>
          </p:cNvPr>
          <p:cNvSpPr>
            <a:spLocks noGrp="1"/>
          </p:cNvSpPr>
          <p:nvPr>
            <p:ph type="title"/>
          </p:nvPr>
        </p:nvSpPr>
        <p:spPr/>
        <p:txBody>
          <a:bodyPr/>
          <a:lstStyle/>
          <a:p>
            <a:r>
              <a:rPr lang="en-US"/>
              <a:t>Click to edit Master title style</a:t>
            </a:r>
            <a:endParaRPr lang="en-MX"/>
          </a:p>
        </p:txBody>
      </p:sp>
      <p:sp>
        <p:nvSpPr>
          <p:cNvPr id="3" name="Date Placeholder 2">
            <a:extLst>
              <a:ext uri="{FF2B5EF4-FFF2-40B4-BE49-F238E27FC236}">
                <a16:creationId xmlns:a16="http://schemas.microsoft.com/office/drawing/2014/main" id="{5F33EEB2-8F3E-517D-3D46-B3F248E9F236}"/>
              </a:ext>
            </a:extLst>
          </p:cNvPr>
          <p:cNvSpPr>
            <a:spLocks noGrp="1"/>
          </p:cNvSpPr>
          <p:nvPr>
            <p:ph type="dt" sz="half" idx="10"/>
          </p:nvPr>
        </p:nvSpPr>
        <p:spPr/>
        <p:txBody>
          <a:bodyPr/>
          <a:lstStyle/>
          <a:p>
            <a:fld id="{B184E338-A699-6243-97AE-0FA309E8D06A}" type="datetimeFigureOut">
              <a:rPr lang="en-MX" smtClean="0"/>
              <a:t>26/09/24</a:t>
            </a:fld>
            <a:endParaRPr lang="en-MX"/>
          </a:p>
        </p:txBody>
      </p:sp>
      <p:sp>
        <p:nvSpPr>
          <p:cNvPr id="4" name="Footer Placeholder 3">
            <a:extLst>
              <a:ext uri="{FF2B5EF4-FFF2-40B4-BE49-F238E27FC236}">
                <a16:creationId xmlns:a16="http://schemas.microsoft.com/office/drawing/2014/main" id="{67B85561-FEF2-01B3-85C6-1E56BF7C9111}"/>
              </a:ext>
            </a:extLst>
          </p:cNvPr>
          <p:cNvSpPr>
            <a:spLocks noGrp="1"/>
          </p:cNvSpPr>
          <p:nvPr>
            <p:ph type="ftr" sz="quarter" idx="11"/>
          </p:nvPr>
        </p:nvSpPr>
        <p:spPr/>
        <p:txBody>
          <a:bodyPr/>
          <a:lstStyle/>
          <a:p>
            <a:endParaRPr lang="en-MX"/>
          </a:p>
        </p:txBody>
      </p:sp>
      <p:sp>
        <p:nvSpPr>
          <p:cNvPr id="5" name="Slide Number Placeholder 4">
            <a:extLst>
              <a:ext uri="{FF2B5EF4-FFF2-40B4-BE49-F238E27FC236}">
                <a16:creationId xmlns:a16="http://schemas.microsoft.com/office/drawing/2014/main" id="{94B49DE4-DDAC-7731-4B7F-E3ADDD77FC23}"/>
              </a:ext>
            </a:extLst>
          </p:cNvPr>
          <p:cNvSpPr>
            <a:spLocks noGrp="1"/>
          </p:cNvSpPr>
          <p:nvPr>
            <p:ph type="sldNum" sz="quarter" idx="12"/>
          </p:nvPr>
        </p:nvSpPr>
        <p:spPr/>
        <p:txBody>
          <a:bodyPr/>
          <a:lstStyle/>
          <a:p>
            <a:fld id="{908F569B-39A9-F642-A2E1-A82D240BF61F}" type="slidenum">
              <a:rPr lang="en-MX" smtClean="0"/>
              <a:t>‹#›</a:t>
            </a:fld>
            <a:endParaRPr lang="en-MX"/>
          </a:p>
        </p:txBody>
      </p:sp>
    </p:spTree>
    <p:extLst>
      <p:ext uri="{BB962C8B-B14F-4D97-AF65-F5344CB8AC3E}">
        <p14:creationId xmlns:p14="http://schemas.microsoft.com/office/powerpoint/2010/main" val="953711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EA4E0B-8EB6-6980-FE14-F92B77696CE9}"/>
              </a:ext>
            </a:extLst>
          </p:cNvPr>
          <p:cNvSpPr>
            <a:spLocks noGrp="1"/>
          </p:cNvSpPr>
          <p:nvPr>
            <p:ph type="dt" sz="half" idx="10"/>
          </p:nvPr>
        </p:nvSpPr>
        <p:spPr/>
        <p:txBody>
          <a:bodyPr/>
          <a:lstStyle/>
          <a:p>
            <a:fld id="{B184E338-A699-6243-97AE-0FA309E8D06A}" type="datetimeFigureOut">
              <a:rPr lang="en-MX" smtClean="0"/>
              <a:t>26/09/24</a:t>
            </a:fld>
            <a:endParaRPr lang="en-MX"/>
          </a:p>
        </p:txBody>
      </p:sp>
      <p:sp>
        <p:nvSpPr>
          <p:cNvPr id="3" name="Footer Placeholder 2">
            <a:extLst>
              <a:ext uri="{FF2B5EF4-FFF2-40B4-BE49-F238E27FC236}">
                <a16:creationId xmlns:a16="http://schemas.microsoft.com/office/drawing/2014/main" id="{16AE3A4F-04F6-D41F-5FCA-1334512B415F}"/>
              </a:ext>
            </a:extLst>
          </p:cNvPr>
          <p:cNvSpPr>
            <a:spLocks noGrp="1"/>
          </p:cNvSpPr>
          <p:nvPr>
            <p:ph type="ftr" sz="quarter" idx="11"/>
          </p:nvPr>
        </p:nvSpPr>
        <p:spPr/>
        <p:txBody>
          <a:bodyPr/>
          <a:lstStyle/>
          <a:p>
            <a:endParaRPr lang="en-MX"/>
          </a:p>
        </p:txBody>
      </p:sp>
      <p:sp>
        <p:nvSpPr>
          <p:cNvPr id="4" name="Slide Number Placeholder 3">
            <a:extLst>
              <a:ext uri="{FF2B5EF4-FFF2-40B4-BE49-F238E27FC236}">
                <a16:creationId xmlns:a16="http://schemas.microsoft.com/office/drawing/2014/main" id="{F3238CEE-8AC1-0DEA-F4E1-934EEC18F0FE}"/>
              </a:ext>
            </a:extLst>
          </p:cNvPr>
          <p:cNvSpPr>
            <a:spLocks noGrp="1"/>
          </p:cNvSpPr>
          <p:nvPr>
            <p:ph type="sldNum" sz="quarter" idx="12"/>
          </p:nvPr>
        </p:nvSpPr>
        <p:spPr/>
        <p:txBody>
          <a:bodyPr/>
          <a:lstStyle/>
          <a:p>
            <a:fld id="{908F569B-39A9-F642-A2E1-A82D240BF61F}" type="slidenum">
              <a:rPr lang="en-MX" smtClean="0"/>
              <a:t>‹#›</a:t>
            </a:fld>
            <a:endParaRPr lang="en-MX"/>
          </a:p>
        </p:txBody>
      </p:sp>
    </p:spTree>
    <p:extLst>
      <p:ext uri="{BB962C8B-B14F-4D97-AF65-F5344CB8AC3E}">
        <p14:creationId xmlns:p14="http://schemas.microsoft.com/office/powerpoint/2010/main" val="1731770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7F6D0-1A12-BFD0-4BE6-5528B95DAF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X"/>
          </a:p>
        </p:txBody>
      </p:sp>
      <p:sp>
        <p:nvSpPr>
          <p:cNvPr id="3" name="Content Placeholder 2">
            <a:extLst>
              <a:ext uri="{FF2B5EF4-FFF2-40B4-BE49-F238E27FC236}">
                <a16:creationId xmlns:a16="http://schemas.microsoft.com/office/drawing/2014/main" id="{D7C8F769-36D0-8696-3D23-A31FB4A78C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Text Placeholder 3">
            <a:extLst>
              <a:ext uri="{FF2B5EF4-FFF2-40B4-BE49-F238E27FC236}">
                <a16:creationId xmlns:a16="http://schemas.microsoft.com/office/drawing/2014/main" id="{C8DFA26D-92B4-B94E-E7CE-AAAF34A147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95AA00-1017-A3C2-7953-2CF39EA5FCA0}"/>
              </a:ext>
            </a:extLst>
          </p:cNvPr>
          <p:cNvSpPr>
            <a:spLocks noGrp="1"/>
          </p:cNvSpPr>
          <p:nvPr>
            <p:ph type="dt" sz="half" idx="10"/>
          </p:nvPr>
        </p:nvSpPr>
        <p:spPr/>
        <p:txBody>
          <a:bodyPr/>
          <a:lstStyle/>
          <a:p>
            <a:fld id="{B184E338-A699-6243-97AE-0FA309E8D06A}" type="datetimeFigureOut">
              <a:rPr lang="en-MX" smtClean="0"/>
              <a:t>26/09/24</a:t>
            </a:fld>
            <a:endParaRPr lang="en-MX"/>
          </a:p>
        </p:txBody>
      </p:sp>
      <p:sp>
        <p:nvSpPr>
          <p:cNvPr id="6" name="Footer Placeholder 5">
            <a:extLst>
              <a:ext uri="{FF2B5EF4-FFF2-40B4-BE49-F238E27FC236}">
                <a16:creationId xmlns:a16="http://schemas.microsoft.com/office/drawing/2014/main" id="{D1730A04-1BB5-00C6-D015-DE7B173E209D}"/>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79EC4812-2352-7133-0022-978DCF92FD4E}"/>
              </a:ext>
            </a:extLst>
          </p:cNvPr>
          <p:cNvSpPr>
            <a:spLocks noGrp="1"/>
          </p:cNvSpPr>
          <p:nvPr>
            <p:ph type="sldNum" sz="quarter" idx="12"/>
          </p:nvPr>
        </p:nvSpPr>
        <p:spPr/>
        <p:txBody>
          <a:bodyPr/>
          <a:lstStyle/>
          <a:p>
            <a:fld id="{908F569B-39A9-F642-A2E1-A82D240BF61F}" type="slidenum">
              <a:rPr lang="en-MX" smtClean="0"/>
              <a:t>‹#›</a:t>
            </a:fld>
            <a:endParaRPr lang="en-MX"/>
          </a:p>
        </p:txBody>
      </p:sp>
    </p:spTree>
    <p:extLst>
      <p:ext uri="{BB962C8B-B14F-4D97-AF65-F5344CB8AC3E}">
        <p14:creationId xmlns:p14="http://schemas.microsoft.com/office/powerpoint/2010/main" val="1073652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CBF88-73CB-AC92-B83F-90F128B0CD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X"/>
          </a:p>
        </p:txBody>
      </p:sp>
      <p:sp>
        <p:nvSpPr>
          <p:cNvPr id="3" name="Picture Placeholder 2">
            <a:extLst>
              <a:ext uri="{FF2B5EF4-FFF2-40B4-BE49-F238E27FC236}">
                <a16:creationId xmlns:a16="http://schemas.microsoft.com/office/drawing/2014/main" id="{7EC9243B-FF3A-9727-9643-0E79879353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X"/>
          </a:p>
        </p:txBody>
      </p:sp>
      <p:sp>
        <p:nvSpPr>
          <p:cNvPr id="4" name="Text Placeholder 3">
            <a:extLst>
              <a:ext uri="{FF2B5EF4-FFF2-40B4-BE49-F238E27FC236}">
                <a16:creationId xmlns:a16="http://schemas.microsoft.com/office/drawing/2014/main" id="{5C4AE678-38D7-1005-FDCE-832D6BC32C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E16B11-FCE8-C30F-F64E-4A7F961A9E46}"/>
              </a:ext>
            </a:extLst>
          </p:cNvPr>
          <p:cNvSpPr>
            <a:spLocks noGrp="1"/>
          </p:cNvSpPr>
          <p:nvPr>
            <p:ph type="dt" sz="half" idx="10"/>
          </p:nvPr>
        </p:nvSpPr>
        <p:spPr/>
        <p:txBody>
          <a:bodyPr/>
          <a:lstStyle/>
          <a:p>
            <a:fld id="{B184E338-A699-6243-97AE-0FA309E8D06A}" type="datetimeFigureOut">
              <a:rPr lang="en-MX" smtClean="0"/>
              <a:t>26/09/24</a:t>
            </a:fld>
            <a:endParaRPr lang="en-MX"/>
          </a:p>
        </p:txBody>
      </p:sp>
      <p:sp>
        <p:nvSpPr>
          <p:cNvPr id="6" name="Footer Placeholder 5">
            <a:extLst>
              <a:ext uri="{FF2B5EF4-FFF2-40B4-BE49-F238E27FC236}">
                <a16:creationId xmlns:a16="http://schemas.microsoft.com/office/drawing/2014/main" id="{6955D69C-4B76-7286-6C80-C317BDA4254F}"/>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96F5C80F-3219-93D3-D3CC-524DCE2887AC}"/>
              </a:ext>
            </a:extLst>
          </p:cNvPr>
          <p:cNvSpPr>
            <a:spLocks noGrp="1"/>
          </p:cNvSpPr>
          <p:nvPr>
            <p:ph type="sldNum" sz="quarter" idx="12"/>
          </p:nvPr>
        </p:nvSpPr>
        <p:spPr/>
        <p:txBody>
          <a:bodyPr/>
          <a:lstStyle/>
          <a:p>
            <a:fld id="{908F569B-39A9-F642-A2E1-A82D240BF61F}" type="slidenum">
              <a:rPr lang="en-MX" smtClean="0"/>
              <a:t>‹#›</a:t>
            </a:fld>
            <a:endParaRPr lang="en-MX"/>
          </a:p>
        </p:txBody>
      </p:sp>
    </p:spTree>
    <p:extLst>
      <p:ext uri="{BB962C8B-B14F-4D97-AF65-F5344CB8AC3E}">
        <p14:creationId xmlns:p14="http://schemas.microsoft.com/office/powerpoint/2010/main" val="27649546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527B6-35F0-3A78-B192-7460870C5882}"/>
              </a:ext>
            </a:extLst>
          </p:cNvPr>
          <p:cNvSpPr>
            <a:spLocks noGrp="1"/>
          </p:cNvSpPr>
          <p:nvPr>
            <p:ph type="title"/>
          </p:nvPr>
        </p:nvSpPr>
        <p:spPr/>
        <p:txBody>
          <a:bodyPr/>
          <a:lstStyle/>
          <a:p>
            <a:r>
              <a:rPr lang="en-US"/>
              <a:t>Click to edit Master title style</a:t>
            </a:r>
            <a:endParaRPr lang="en-MX"/>
          </a:p>
        </p:txBody>
      </p:sp>
      <p:sp>
        <p:nvSpPr>
          <p:cNvPr id="3" name="Vertical Text Placeholder 2">
            <a:extLst>
              <a:ext uri="{FF2B5EF4-FFF2-40B4-BE49-F238E27FC236}">
                <a16:creationId xmlns:a16="http://schemas.microsoft.com/office/drawing/2014/main" id="{866D2475-1653-A645-1576-D522A239A9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BE6C5B69-4EE9-09A8-F279-2614BFA7CF60}"/>
              </a:ext>
            </a:extLst>
          </p:cNvPr>
          <p:cNvSpPr>
            <a:spLocks noGrp="1"/>
          </p:cNvSpPr>
          <p:nvPr>
            <p:ph type="dt" sz="half" idx="10"/>
          </p:nvPr>
        </p:nvSpPr>
        <p:spPr/>
        <p:txBody>
          <a:bodyPr/>
          <a:lstStyle/>
          <a:p>
            <a:fld id="{B184E338-A699-6243-97AE-0FA309E8D06A}" type="datetimeFigureOut">
              <a:rPr lang="en-MX" smtClean="0"/>
              <a:t>26/09/24</a:t>
            </a:fld>
            <a:endParaRPr lang="en-MX"/>
          </a:p>
        </p:txBody>
      </p:sp>
      <p:sp>
        <p:nvSpPr>
          <p:cNvPr id="5" name="Footer Placeholder 4">
            <a:extLst>
              <a:ext uri="{FF2B5EF4-FFF2-40B4-BE49-F238E27FC236}">
                <a16:creationId xmlns:a16="http://schemas.microsoft.com/office/drawing/2014/main" id="{30133187-5E2E-D3F2-3D9B-7BFFE1CB5C6B}"/>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DE20A51B-961C-90BC-4A3D-A09EBDA33AAE}"/>
              </a:ext>
            </a:extLst>
          </p:cNvPr>
          <p:cNvSpPr>
            <a:spLocks noGrp="1"/>
          </p:cNvSpPr>
          <p:nvPr>
            <p:ph type="sldNum" sz="quarter" idx="12"/>
          </p:nvPr>
        </p:nvSpPr>
        <p:spPr/>
        <p:txBody>
          <a:bodyPr/>
          <a:lstStyle/>
          <a:p>
            <a:fld id="{908F569B-39A9-F642-A2E1-A82D240BF61F}" type="slidenum">
              <a:rPr lang="en-MX" smtClean="0"/>
              <a:t>‹#›</a:t>
            </a:fld>
            <a:endParaRPr lang="en-MX"/>
          </a:p>
        </p:txBody>
      </p:sp>
    </p:spTree>
    <p:extLst>
      <p:ext uri="{BB962C8B-B14F-4D97-AF65-F5344CB8AC3E}">
        <p14:creationId xmlns:p14="http://schemas.microsoft.com/office/powerpoint/2010/main" val="29579740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741F4A-5BDA-6091-E25F-3DFF2A1CFFE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X"/>
          </a:p>
        </p:txBody>
      </p:sp>
      <p:sp>
        <p:nvSpPr>
          <p:cNvPr id="3" name="Vertical Text Placeholder 2">
            <a:extLst>
              <a:ext uri="{FF2B5EF4-FFF2-40B4-BE49-F238E27FC236}">
                <a16:creationId xmlns:a16="http://schemas.microsoft.com/office/drawing/2014/main" id="{528DE410-C097-FA95-2E04-73ACB24B5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B66E00D9-5922-73F5-2766-96CC8667C5BD}"/>
              </a:ext>
            </a:extLst>
          </p:cNvPr>
          <p:cNvSpPr>
            <a:spLocks noGrp="1"/>
          </p:cNvSpPr>
          <p:nvPr>
            <p:ph type="dt" sz="half" idx="10"/>
          </p:nvPr>
        </p:nvSpPr>
        <p:spPr/>
        <p:txBody>
          <a:bodyPr/>
          <a:lstStyle/>
          <a:p>
            <a:fld id="{B184E338-A699-6243-97AE-0FA309E8D06A}" type="datetimeFigureOut">
              <a:rPr lang="en-MX" smtClean="0"/>
              <a:t>26/09/24</a:t>
            </a:fld>
            <a:endParaRPr lang="en-MX"/>
          </a:p>
        </p:txBody>
      </p:sp>
      <p:sp>
        <p:nvSpPr>
          <p:cNvPr id="5" name="Footer Placeholder 4">
            <a:extLst>
              <a:ext uri="{FF2B5EF4-FFF2-40B4-BE49-F238E27FC236}">
                <a16:creationId xmlns:a16="http://schemas.microsoft.com/office/drawing/2014/main" id="{1EC1F95D-BE29-A0FB-4875-566C39375E33}"/>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376A5B16-E813-9E35-40CF-493F13D1CC72}"/>
              </a:ext>
            </a:extLst>
          </p:cNvPr>
          <p:cNvSpPr>
            <a:spLocks noGrp="1"/>
          </p:cNvSpPr>
          <p:nvPr>
            <p:ph type="sldNum" sz="quarter" idx="12"/>
          </p:nvPr>
        </p:nvSpPr>
        <p:spPr/>
        <p:txBody>
          <a:bodyPr/>
          <a:lstStyle/>
          <a:p>
            <a:fld id="{908F569B-39A9-F642-A2E1-A82D240BF61F}" type="slidenum">
              <a:rPr lang="en-MX" smtClean="0"/>
              <a:t>‹#›</a:t>
            </a:fld>
            <a:endParaRPr lang="en-MX"/>
          </a:p>
        </p:txBody>
      </p:sp>
    </p:spTree>
    <p:extLst>
      <p:ext uri="{BB962C8B-B14F-4D97-AF65-F5344CB8AC3E}">
        <p14:creationId xmlns:p14="http://schemas.microsoft.com/office/powerpoint/2010/main" val="193334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D3AA74-3C60-DA45-6E25-33A505DFEC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X"/>
          </a:p>
        </p:txBody>
      </p:sp>
      <p:sp>
        <p:nvSpPr>
          <p:cNvPr id="3" name="Text Placeholder 2">
            <a:extLst>
              <a:ext uri="{FF2B5EF4-FFF2-40B4-BE49-F238E27FC236}">
                <a16:creationId xmlns:a16="http://schemas.microsoft.com/office/drawing/2014/main" id="{D74C9913-12BC-D774-229F-7B310429C0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8CDD6009-0749-9A7C-4720-DE0A228DB3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184E338-A699-6243-97AE-0FA309E8D06A}" type="datetimeFigureOut">
              <a:rPr lang="en-MX" smtClean="0"/>
              <a:t>26/09/24</a:t>
            </a:fld>
            <a:endParaRPr lang="en-MX"/>
          </a:p>
        </p:txBody>
      </p:sp>
      <p:sp>
        <p:nvSpPr>
          <p:cNvPr id="5" name="Footer Placeholder 4">
            <a:extLst>
              <a:ext uri="{FF2B5EF4-FFF2-40B4-BE49-F238E27FC236}">
                <a16:creationId xmlns:a16="http://schemas.microsoft.com/office/drawing/2014/main" id="{A4FCDF66-877E-30CA-780C-A0F2AF2C20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MX"/>
          </a:p>
        </p:txBody>
      </p:sp>
      <p:sp>
        <p:nvSpPr>
          <p:cNvPr id="6" name="Slide Number Placeholder 5">
            <a:extLst>
              <a:ext uri="{FF2B5EF4-FFF2-40B4-BE49-F238E27FC236}">
                <a16:creationId xmlns:a16="http://schemas.microsoft.com/office/drawing/2014/main" id="{A6E3B671-5114-0C07-386E-AE2D78A97D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08F569B-39A9-F642-A2E1-A82D240BF61F}" type="slidenum">
              <a:rPr lang="en-MX" smtClean="0"/>
              <a:t>‹#›</a:t>
            </a:fld>
            <a:endParaRPr lang="en-MX"/>
          </a:p>
        </p:txBody>
      </p:sp>
    </p:spTree>
    <p:extLst>
      <p:ext uri="{BB962C8B-B14F-4D97-AF65-F5344CB8AC3E}">
        <p14:creationId xmlns:p14="http://schemas.microsoft.com/office/powerpoint/2010/main" val="41039400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newsroom.churchofjesuschrist.org/article/updated-ces-standards-students-closer-to-christ#endorsement" TargetMode="Externa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hyperlink" Target="https://www.churchofjesuschrist.org/study/scriptures/nt/matt/25?lang=eng#note20a" TargetMode="External"/><Relationship Id="rId3" Type="http://schemas.openxmlformats.org/officeDocument/2006/relationships/image" Target="../media/image1.png"/><Relationship Id="rId7" Type="http://schemas.openxmlformats.org/officeDocument/2006/relationships/hyperlink" Target="https://www.churchofjesuschrist.org/study/scriptures/nt/matt/25?lang=eng#note19a"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www.churchofjesuschrist.org/study/scriptures/nt/matt/25?lang=eng#note15b" TargetMode="External"/><Relationship Id="rId5" Type="http://schemas.openxmlformats.org/officeDocument/2006/relationships/hyperlink" Target="https://www.churchofjesuschrist.org/study/scriptures/nt/matt/25?lang=eng#note15a" TargetMode="Externa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8" Type="http://schemas.openxmlformats.org/officeDocument/2006/relationships/hyperlink" Target="https://www.churchofjesuschrist.org/study/scriptures/nt/matt/25?lang=eng#note21d" TargetMode="External"/><Relationship Id="rId3" Type="http://schemas.openxmlformats.org/officeDocument/2006/relationships/image" Target="../media/image1.png"/><Relationship Id="rId7" Type="http://schemas.openxmlformats.org/officeDocument/2006/relationships/hyperlink" Target="https://www.churchofjesuschrist.org/study/scriptures/nt/matt/25?lang=eng#note21c"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www.churchofjesuschrist.org/study/scriptures/nt/matt/25?lang=eng#note21b" TargetMode="External"/><Relationship Id="rId11" Type="http://schemas.openxmlformats.org/officeDocument/2006/relationships/hyperlink" Target="https://www.churchofjesuschrist.org/study/scriptures/nt/matt/25?lang=eng#note25a" TargetMode="External"/><Relationship Id="rId5" Type="http://schemas.openxmlformats.org/officeDocument/2006/relationships/hyperlink" Target="https://www.churchofjesuschrist.org/study/scriptures/nt/matt/25?lang=eng#note21a" TargetMode="External"/><Relationship Id="rId10" Type="http://schemas.openxmlformats.org/officeDocument/2006/relationships/hyperlink" Target="https://www.churchofjesuschrist.org/study/scriptures/nt/matt/25?lang=eng#note24a" TargetMode="External"/><Relationship Id="rId4" Type="http://schemas.openxmlformats.org/officeDocument/2006/relationships/image" Target="../media/image2.png"/><Relationship Id="rId9" Type="http://schemas.openxmlformats.org/officeDocument/2006/relationships/hyperlink" Target="https://www.churchofjesuschrist.org/study/scriptures/nt/matt/25?lang=eng#note23a"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www.churchofjesuschrist.org/study/scriptures/nt/matt/25?lang=eng#note28a" TargetMode="External"/><Relationship Id="rId3" Type="http://schemas.openxmlformats.org/officeDocument/2006/relationships/image" Target="../media/image1.png"/><Relationship Id="rId7" Type="http://schemas.openxmlformats.org/officeDocument/2006/relationships/hyperlink" Target="https://www.churchofjesuschrist.org/study/scriptures/nt/matt/25?lang=eng#note27a"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www.churchofjesuschrist.org/study/scriptures/nt/matt/25?lang=eng#note26b" TargetMode="External"/><Relationship Id="rId11" Type="http://schemas.openxmlformats.org/officeDocument/2006/relationships/hyperlink" Target="https://www.churchofjesuschrist.org/study/scriptures/nt/matt/25?lang=eng#note29c" TargetMode="External"/><Relationship Id="rId5" Type="http://schemas.openxmlformats.org/officeDocument/2006/relationships/hyperlink" Target="https://www.churchofjesuschrist.org/study/scriptures/nt/matt/25?lang=eng#note26a" TargetMode="External"/><Relationship Id="rId10" Type="http://schemas.openxmlformats.org/officeDocument/2006/relationships/hyperlink" Target="https://www.churchofjesuschrist.org/study/scriptures/nt/matt/25?lang=eng#note29b" TargetMode="External"/><Relationship Id="rId4" Type="http://schemas.openxmlformats.org/officeDocument/2006/relationships/image" Target="../media/image2.png"/><Relationship Id="rId9" Type="http://schemas.openxmlformats.org/officeDocument/2006/relationships/hyperlink" Target="https://www.churchofjesuschrist.org/study/scriptures/nt/matt/25?lang=eng#note29a"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B9D28-C34F-B4F9-BB5D-AEE222550FAC}"/>
              </a:ext>
            </a:extLst>
          </p:cNvPr>
          <p:cNvSpPr>
            <a:spLocks noGrp="1"/>
          </p:cNvSpPr>
          <p:nvPr>
            <p:ph type="ctrTitle"/>
          </p:nvPr>
        </p:nvSpPr>
        <p:spPr>
          <a:xfrm>
            <a:off x="1229742" y="2662693"/>
            <a:ext cx="9144000" cy="1075682"/>
          </a:xfrm>
        </p:spPr>
        <p:txBody>
          <a:bodyPr>
            <a:noAutofit/>
          </a:bodyPr>
          <a:lstStyle/>
          <a:p>
            <a:r>
              <a:rPr lang="en-US" sz="4000" i="0" u="none" strike="noStrike" dirty="0">
                <a:solidFill>
                  <a:srgbClr val="000000"/>
                </a:solidFill>
                <a:effectLst/>
                <a:latin typeface="Arial" panose="020B0604020202020204" pitchFamily="34" charset="0"/>
              </a:rPr>
              <a:t>PC 103 University Skills</a:t>
            </a:r>
            <a:br>
              <a:rPr lang="en-MX" sz="4000" b="1" dirty="0"/>
            </a:br>
            <a:r>
              <a:rPr lang="en-US" sz="4000" b="1" i="0" u="none" strike="noStrike" dirty="0">
                <a:solidFill>
                  <a:srgbClr val="000000"/>
                </a:solidFill>
                <a:effectLst/>
                <a:latin typeface="Arial" panose="020B0604020202020204" pitchFamily="34" charset="0"/>
              </a:rPr>
              <a:t>Academic and Career Stewardships</a:t>
            </a:r>
            <a:endParaRPr lang="en-MX" sz="4000" b="1" dirty="0"/>
          </a:p>
        </p:txBody>
      </p:sp>
      <p:sp>
        <p:nvSpPr>
          <p:cNvPr id="3" name="Subtitle 2">
            <a:extLst>
              <a:ext uri="{FF2B5EF4-FFF2-40B4-BE49-F238E27FC236}">
                <a16:creationId xmlns:a16="http://schemas.microsoft.com/office/drawing/2014/main" id="{F94E967C-0CB9-6389-9D20-04BEF617443F}"/>
              </a:ext>
            </a:extLst>
          </p:cNvPr>
          <p:cNvSpPr>
            <a:spLocks noGrp="1"/>
          </p:cNvSpPr>
          <p:nvPr>
            <p:ph type="subTitle" idx="1"/>
          </p:nvPr>
        </p:nvSpPr>
        <p:spPr>
          <a:xfrm>
            <a:off x="1229742" y="4224988"/>
            <a:ext cx="9144000" cy="720150"/>
          </a:xfrm>
        </p:spPr>
        <p:txBody>
          <a:bodyPr>
            <a:noAutofit/>
          </a:bodyPr>
          <a:lstStyle/>
          <a:p>
            <a:r>
              <a:rPr lang="en-MX" sz="3500" dirty="0"/>
              <a:t>Welcome!!</a:t>
            </a:r>
          </a:p>
          <a:p>
            <a:r>
              <a:rPr lang="en-MX" sz="3500" dirty="0"/>
              <a:t>We will start soon…</a:t>
            </a:r>
          </a:p>
        </p:txBody>
      </p:sp>
      <p:sp>
        <p:nvSpPr>
          <p:cNvPr id="6" name="Rectangle 5">
            <a:extLst>
              <a:ext uri="{FF2B5EF4-FFF2-40B4-BE49-F238E27FC236}">
                <a16:creationId xmlns:a16="http://schemas.microsoft.com/office/drawing/2014/main" id="{5F41FBA0-4EE5-D6E6-DB0E-92E526481A56}"/>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8" name="Picture 7">
            <a:extLst>
              <a:ext uri="{FF2B5EF4-FFF2-40B4-BE49-F238E27FC236}">
                <a16:creationId xmlns:a16="http://schemas.microsoft.com/office/drawing/2014/main" id="{30BBAD82-ED2E-1DAD-7940-9DFDA54709B5}"/>
              </a:ext>
            </a:extLst>
          </p:cNvPr>
          <p:cNvPicPr>
            <a:picLocks noChangeAspect="1"/>
          </p:cNvPicPr>
          <p:nvPr/>
        </p:nvPicPr>
        <p:blipFill>
          <a:blip r:embed="rId3"/>
          <a:stretch>
            <a:fillRect/>
          </a:stretch>
        </p:blipFill>
        <p:spPr>
          <a:xfrm>
            <a:off x="-24306" y="6367736"/>
            <a:ext cx="12216306" cy="596900"/>
          </a:xfrm>
          <a:prstGeom prst="rect">
            <a:avLst/>
          </a:prstGeom>
        </p:spPr>
      </p:pic>
      <p:pic>
        <p:nvPicPr>
          <p:cNvPr id="9" name="Picture 8">
            <a:extLst>
              <a:ext uri="{FF2B5EF4-FFF2-40B4-BE49-F238E27FC236}">
                <a16:creationId xmlns:a16="http://schemas.microsoft.com/office/drawing/2014/main" id="{93CCCCAC-80DF-2B8B-EA34-F88001007D0D}"/>
              </a:ext>
            </a:extLst>
          </p:cNvPr>
          <p:cNvPicPr>
            <a:picLocks noChangeAspect="1"/>
          </p:cNvPicPr>
          <p:nvPr/>
        </p:nvPicPr>
        <p:blipFill>
          <a:blip r:embed="rId4"/>
          <a:stretch>
            <a:fillRect/>
          </a:stretch>
        </p:blipFill>
        <p:spPr>
          <a:xfrm>
            <a:off x="436398" y="0"/>
            <a:ext cx="2790122" cy="2176080"/>
          </a:xfrm>
          <a:prstGeom prst="rect">
            <a:avLst/>
          </a:prstGeom>
        </p:spPr>
      </p:pic>
    </p:spTree>
    <p:extLst>
      <p:ext uri="{BB962C8B-B14F-4D97-AF65-F5344CB8AC3E}">
        <p14:creationId xmlns:p14="http://schemas.microsoft.com/office/powerpoint/2010/main" val="9002799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F41FBA0-4EE5-D6E6-DB0E-92E526481A56}"/>
              </a:ext>
            </a:extLst>
          </p:cNvPr>
          <p:cNvSpPr/>
          <p:nvPr/>
        </p:nvSpPr>
        <p:spPr>
          <a:xfrm>
            <a:off x="0" y="-1"/>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dirty="0"/>
          </a:p>
        </p:txBody>
      </p:sp>
      <p:pic>
        <p:nvPicPr>
          <p:cNvPr id="8" name="Picture 7">
            <a:extLst>
              <a:ext uri="{FF2B5EF4-FFF2-40B4-BE49-F238E27FC236}">
                <a16:creationId xmlns:a16="http://schemas.microsoft.com/office/drawing/2014/main" id="{30BBAD82-ED2E-1DAD-7940-9DFDA54709B5}"/>
              </a:ext>
            </a:extLst>
          </p:cNvPr>
          <p:cNvPicPr>
            <a:picLocks noChangeAspect="1"/>
          </p:cNvPicPr>
          <p:nvPr/>
        </p:nvPicPr>
        <p:blipFill>
          <a:blip r:embed="rId2"/>
          <a:stretch>
            <a:fillRect/>
          </a:stretch>
        </p:blipFill>
        <p:spPr>
          <a:xfrm>
            <a:off x="-24306" y="6367736"/>
            <a:ext cx="12216306" cy="596900"/>
          </a:xfrm>
          <a:prstGeom prst="rect">
            <a:avLst/>
          </a:prstGeom>
        </p:spPr>
      </p:pic>
      <p:pic>
        <p:nvPicPr>
          <p:cNvPr id="9" name="Picture 8">
            <a:extLst>
              <a:ext uri="{FF2B5EF4-FFF2-40B4-BE49-F238E27FC236}">
                <a16:creationId xmlns:a16="http://schemas.microsoft.com/office/drawing/2014/main" id="{93CCCCAC-80DF-2B8B-EA34-F88001007D0D}"/>
              </a:ext>
            </a:extLst>
          </p:cNvPr>
          <p:cNvPicPr>
            <a:picLocks noChangeAspect="1"/>
          </p:cNvPicPr>
          <p:nvPr/>
        </p:nvPicPr>
        <p:blipFill>
          <a:blip r:embed="rId3"/>
          <a:stretch>
            <a:fillRect/>
          </a:stretch>
        </p:blipFill>
        <p:spPr>
          <a:xfrm>
            <a:off x="436398" y="0"/>
            <a:ext cx="2790122" cy="2176080"/>
          </a:xfrm>
          <a:prstGeom prst="rect">
            <a:avLst/>
          </a:prstGeom>
        </p:spPr>
      </p:pic>
      <p:sp>
        <p:nvSpPr>
          <p:cNvPr id="12" name="Content Placeholder 2">
            <a:extLst>
              <a:ext uri="{FF2B5EF4-FFF2-40B4-BE49-F238E27FC236}">
                <a16:creationId xmlns:a16="http://schemas.microsoft.com/office/drawing/2014/main" id="{90852E6C-BC27-9260-4E06-164B2370B8AB}"/>
              </a:ext>
            </a:extLst>
          </p:cNvPr>
          <p:cNvSpPr txBox="1">
            <a:spLocks/>
          </p:cNvSpPr>
          <p:nvPr/>
        </p:nvSpPr>
        <p:spPr>
          <a:xfrm>
            <a:off x="3918600" y="1375541"/>
            <a:ext cx="7440093" cy="480469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MX" b="1" dirty="0"/>
              <a:t>- Welcome and Devotional – 10 minutes</a:t>
            </a:r>
          </a:p>
          <a:p>
            <a:pPr algn="l"/>
            <a:r>
              <a:rPr lang="en-MX" dirty="0"/>
              <a:t>       - Openning Prayer: Leilani</a:t>
            </a:r>
          </a:p>
          <a:p>
            <a:pPr lvl="1" algn="l"/>
            <a:r>
              <a:rPr lang="en-MX" sz="2400" dirty="0"/>
              <a:t>- Spiritual thought: Kevin</a:t>
            </a:r>
          </a:p>
          <a:p>
            <a:pPr lvl="1" algn="l"/>
            <a:endParaRPr lang="en-MX" sz="1000" dirty="0"/>
          </a:p>
          <a:p>
            <a:pPr marL="285750" indent="-285750" algn="l">
              <a:buFontTx/>
              <a:buChar char="-"/>
            </a:pPr>
            <a:r>
              <a:rPr lang="en-US" b="1" i="0" u="none" strike="noStrike" dirty="0">
                <a:solidFill>
                  <a:srgbClr val="000000"/>
                </a:solidFill>
                <a:effectLst/>
                <a:latin typeface="Arial" panose="020B0604020202020204" pitchFamily="34" charset="0"/>
              </a:rPr>
              <a:t>Role of BYU-Pathway Worldwide - 10 minutes</a:t>
            </a:r>
            <a:endParaRPr lang="en-MX" b="1" i="0" u="none" strike="noStrike" kern="1800" dirty="0">
              <a:solidFill>
                <a:srgbClr val="000000"/>
              </a:solidFill>
              <a:effectLst/>
              <a:latin typeface="Arial" panose="020B0604020202020204" pitchFamily="34" charset="0"/>
              <a:cs typeface="Times New Roman" panose="02020603050405020304" pitchFamily="18" charset="0"/>
            </a:endParaRPr>
          </a:p>
          <a:p>
            <a:pPr algn="l"/>
            <a:endParaRPr lang="en-MX" sz="1000" b="1" kern="1800" dirty="0">
              <a:solidFill>
                <a:srgbClr val="000000"/>
              </a:solidFill>
              <a:latin typeface="Arial" panose="020B0604020202020204" pitchFamily="34" charset="0"/>
              <a:cs typeface="Times New Roman" panose="02020603050405020304" pitchFamily="18" charset="0"/>
            </a:endParaRPr>
          </a:p>
          <a:p>
            <a:pPr marL="342900" indent="-342900" algn="l">
              <a:buFontTx/>
              <a:buChar char="-"/>
            </a:pPr>
            <a:r>
              <a:rPr lang="en-US" b="1" i="0" u="none" strike="noStrike" dirty="0">
                <a:solidFill>
                  <a:srgbClr val="000000"/>
                </a:solidFill>
                <a:effectLst/>
                <a:latin typeface="Arial" panose="020B0604020202020204" pitchFamily="34" charset="0"/>
              </a:rPr>
              <a:t>Ecclesiastical Endorsement - 10 minutes</a:t>
            </a:r>
          </a:p>
          <a:p>
            <a:pPr algn="l"/>
            <a:endParaRPr lang="en-US" sz="1000" b="1" i="0" u="none" strike="noStrike" dirty="0">
              <a:solidFill>
                <a:srgbClr val="000000"/>
              </a:solidFill>
              <a:effectLst/>
              <a:latin typeface="Arial" panose="020B0604020202020204" pitchFamily="34" charset="0"/>
            </a:endParaRPr>
          </a:p>
          <a:p>
            <a:pPr marL="342900" indent="-342900" algn="l">
              <a:buFontTx/>
              <a:buChar char="-"/>
            </a:pPr>
            <a:r>
              <a:rPr lang="en-US" b="1" i="0" u="none" strike="noStrike" dirty="0">
                <a:solidFill>
                  <a:srgbClr val="000000"/>
                </a:solidFill>
                <a:effectLst/>
                <a:latin typeface="Arial" panose="020B0604020202020204" pitchFamily="34" charset="0"/>
              </a:rPr>
              <a:t>Being a Good Steward - 30 minutes</a:t>
            </a:r>
          </a:p>
          <a:p>
            <a:pPr algn="l"/>
            <a:endParaRPr lang="en-US" sz="1000" b="1" dirty="0">
              <a:effectLst/>
            </a:endParaRPr>
          </a:p>
          <a:p>
            <a:pPr algn="l"/>
            <a:r>
              <a:rPr lang="en-MX" b="1" dirty="0"/>
              <a:t>- Testimony and Prayer</a:t>
            </a:r>
          </a:p>
          <a:p>
            <a:pPr algn="l"/>
            <a:r>
              <a:rPr lang="en-MX" dirty="0"/>
              <a:t>             - Closing prayer: Crispin</a:t>
            </a:r>
          </a:p>
        </p:txBody>
      </p:sp>
      <p:sp>
        <p:nvSpPr>
          <p:cNvPr id="2" name="Content Placeholder 2">
            <a:extLst>
              <a:ext uri="{FF2B5EF4-FFF2-40B4-BE49-F238E27FC236}">
                <a16:creationId xmlns:a16="http://schemas.microsoft.com/office/drawing/2014/main" id="{71E2CE59-5452-AD37-9684-CF46A6AE545C}"/>
              </a:ext>
            </a:extLst>
          </p:cNvPr>
          <p:cNvSpPr txBox="1">
            <a:spLocks/>
          </p:cNvSpPr>
          <p:nvPr/>
        </p:nvSpPr>
        <p:spPr>
          <a:xfrm>
            <a:off x="517669" y="2609290"/>
            <a:ext cx="3420368" cy="233719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MX" b="1" dirty="0"/>
              <a:t>Lead Student:</a:t>
            </a:r>
          </a:p>
          <a:p>
            <a:pPr algn="l"/>
            <a:r>
              <a:rPr lang="en-MX" dirty="0"/>
              <a:t> - Julio Celón</a:t>
            </a:r>
          </a:p>
        </p:txBody>
      </p:sp>
      <p:sp>
        <p:nvSpPr>
          <p:cNvPr id="3" name="Title 1">
            <a:extLst>
              <a:ext uri="{FF2B5EF4-FFF2-40B4-BE49-F238E27FC236}">
                <a16:creationId xmlns:a16="http://schemas.microsoft.com/office/drawing/2014/main" id="{102091BA-708A-1D15-DE4C-A8EE549A376F}"/>
              </a:ext>
            </a:extLst>
          </p:cNvPr>
          <p:cNvSpPr txBox="1">
            <a:spLocks/>
          </p:cNvSpPr>
          <p:nvPr/>
        </p:nvSpPr>
        <p:spPr>
          <a:xfrm>
            <a:off x="0" y="1"/>
            <a:ext cx="12216306" cy="106481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MX" sz="4400" b="1" dirty="0"/>
          </a:p>
        </p:txBody>
      </p:sp>
      <p:sp>
        <p:nvSpPr>
          <p:cNvPr id="4" name="Title 1">
            <a:extLst>
              <a:ext uri="{FF2B5EF4-FFF2-40B4-BE49-F238E27FC236}">
                <a16:creationId xmlns:a16="http://schemas.microsoft.com/office/drawing/2014/main" id="{E688C90F-3303-C6C4-1A52-A7E6901B358C}"/>
              </a:ext>
            </a:extLst>
          </p:cNvPr>
          <p:cNvSpPr txBox="1">
            <a:spLocks/>
          </p:cNvSpPr>
          <p:nvPr/>
        </p:nvSpPr>
        <p:spPr>
          <a:xfrm>
            <a:off x="291005" y="-187498"/>
            <a:ext cx="12216306" cy="106481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MX" sz="4400" b="1" dirty="0"/>
              <a:t>Devotional</a:t>
            </a:r>
          </a:p>
        </p:txBody>
      </p:sp>
    </p:spTree>
    <p:extLst>
      <p:ext uri="{BB962C8B-B14F-4D97-AF65-F5344CB8AC3E}">
        <p14:creationId xmlns:p14="http://schemas.microsoft.com/office/powerpoint/2010/main" val="1502928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C69746-C85E-A471-4AB5-5F066C345FE2}"/>
              </a:ext>
            </a:extLst>
          </p:cNvPr>
          <p:cNvSpPr>
            <a:spLocks noGrp="1"/>
          </p:cNvSpPr>
          <p:nvPr>
            <p:ph idx="1"/>
          </p:nvPr>
        </p:nvSpPr>
        <p:spPr>
          <a:xfrm>
            <a:off x="486210" y="2317053"/>
            <a:ext cx="4797754" cy="962627"/>
          </a:xfrm>
        </p:spPr>
        <p:txBody>
          <a:bodyPr>
            <a:noAutofit/>
          </a:bodyPr>
          <a:lstStyle/>
          <a:p>
            <a:pPr marL="0" indent="0" algn="l">
              <a:buNone/>
            </a:pPr>
            <a:r>
              <a:rPr lang="en-US" sz="4000" b="0" i="0" dirty="0">
                <a:solidFill>
                  <a:srgbClr val="000000"/>
                </a:solidFill>
                <a:effectLst/>
                <a:latin typeface="var(--secondaryHeadlineFont)"/>
              </a:rPr>
              <a:t>"Seek This Jesus of Whom the Prophets and Apostles Have Written"</a:t>
            </a:r>
          </a:p>
          <a:p>
            <a:pPr marL="0" indent="0" algn="l">
              <a:buNone/>
            </a:pPr>
            <a:br>
              <a:rPr lang="en-US" sz="3800" b="0" i="0" dirty="0">
                <a:solidFill>
                  <a:srgbClr val="000000"/>
                </a:solidFill>
                <a:effectLst/>
                <a:highlight>
                  <a:srgbClr val="FFFFFF"/>
                </a:highlight>
                <a:latin typeface="Lato Extended"/>
              </a:rPr>
            </a:br>
            <a:r>
              <a:rPr lang="en-US" sz="3000" b="0" i="0" dirty="0">
                <a:solidFill>
                  <a:srgbClr val="000000"/>
                </a:solidFill>
                <a:effectLst/>
                <a:highlight>
                  <a:srgbClr val="FFFFFF"/>
                </a:highlight>
                <a:latin typeface="Lato Extended"/>
              </a:rPr>
              <a:t>September, 2024</a:t>
            </a:r>
          </a:p>
        </p:txBody>
      </p:sp>
      <p:sp>
        <p:nvSpPr>
          <p:cNvPr id="4" name="Rectangle 3">
            <a:extLst>
              <a:ext uri="{FF2B5EF4-FFF2-40B4-BE49-F238E27FC236}">
                <a16:creationId xmlns:a16="http://schemas.microsoft.com/office/drawing/2014/main" id="{70ED451A-DBF7-2751-5A92-E55320FD0446}"/>
              </a:ext>
            </a:extLst>
          </p:cNvPr>
          <p:cNvSpPr/>
          <p:nvPr/>
        </p:nvSpPr>
        <p:spPr>
          <a:xfrm>
            <a:off x="0" y="2449"/>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5" name="Picture 4">
            <a:extLst>
              <a:ext uri="{FF2B5EF4-FFF2-40B4-BE49-F238E27FC236}">
                <a16:creationId xmlns:a16="http://schemas.microsoft.com/office/drawing/2014/main" id="{41A54583-882A-03F2-15CA-8064EDAB7F16}"/>
              </a:ext>
            </a:extLst>
          </p:cNvPr>
          <p:cNvPicPr>
            <a:picLocks noChangeAspect="1"/>
          </p:cNvPicPr>
          <p:nvPr/>
        </p:nvPicPr>
        <p:blipFill>
          <a:blip r:embed="rId2"/>
          <a:stretch>
            <a:fillRect/>
          </a:stretch>
        </p:blipFill>
        <p:spPr>
          <a:xfrm>
            <a:off x="-24306" y="6367736"/>
            <a:ext cx="12216306" cy="596900"/>
          </a:xfrm>
          <a:prstGeom prst="rect">
            <a:avLst/>
          </a:prstGeom>
        </p:spPr>
      </p:pic>
      <p:pic>
        <p:nvPicPr>
          <p:cNvPr id="7" name="Picture 6">
            <a:extLst>
              <a:ext uri="{FF2B5EF4-FFF2-40B4-BE49-F238E27FC236}">
                <a16:creationId xmlns:a16="http://schemas.microsoft.com/office/drawing/2014/main" id="{45B482C4-C185-EEA8-A2E6-328048E3B674}"/>
              </a:ext>
            </a:extLst>
          </p:cNvPr>
          <p:cNvPicPr>
            <a:picLocks noChangeAspect="1"/>
          </p:cNvPicPr>
          <p:nvPr/>
        </p:nvPicPr>
        <p:blipFill>
          <a:blip r:embed="rId3"/>
          <a:stretch>
            <a:fillRect/>
          </a:stretch>
        </p:blipFill>
        <p:spPr>
          <a:xfrm>
            <a:off x="436398" y="0"/>
            <a:ext cx="2117616" cy="1651577"/>
          </a:xfrm>
          <a:prstGeom prst="rect">
            <a:avLst/>
          </a:prstGeom>
        </p:spPr>
      </p:pic>
      <p:sp>
        <p:nvSpPr>
          <p:cNvPr id="10" name="Rectangle 9">
            <a:extLst>
              <a:ext uri="{FF2B5EF4-FFF2-40B4-BE49-F238E27FC236}">
                <a16:creationId xmlns:a16="http://schemas.microsoft.com/office/drawing/2014/main" id="{C084D126-CCD7-8EBA-B840-F2724899179B}"/>
              </a:ext>
            </a:extLst>
          </p:cNvPr>
          <p:cNvSpPr/>
          <p:nvPr/>
        </p:nvSpPr>
        <p:spPr>
          <a:xfrm>
            <a:off x="226340" y="4819489"/>
            <a:ext cx="5483034"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6" name="Picture 5">
            <a:extLst>
              <a:ext uri="{FF2B5EF4-FFF2-40B4-BE49-F238E27FC236}">
                <a16:creationId xmlns:a16="http://schemas.microsoft.com/office/drawing/2014/main" id="{594A8D3D-6745-94EF-CB21-D1FC1DDBD88C}"/>
              </a:ext>
            </a:extLst>
          </p:cNvPr>
          <p:cNvPicPr>
            <a:picLocks noChangeAspect="1"/>
          </p:cNvPicPr>
          <p:nvPr/>
        </p:nvPicPr>
        <p:blipFill>
          <a:blip r:embed="rId4"/>
          <a:stretch>
            <a:fillRect/>
          </a:stretch>
        </p:blipFill>
        <p:spPr>
          <a:xfrm>
            <a:off x="4908149" y="1649924"/>
            <a:ext cx="7308157" cy="3856793"/>
          </a:xfrm>
          <a:prstGeom prst="rect">
            <a:avLst/>
          </a:prstGeom>
        </p:spPr>
      </p:pic>
      <p:sp>
        <p:nvSpPr>
          <p:cNvPr id="2" name="Title 1">
            <a:extLst>
              <a:ext uri="{FF2B5EF4-FFF2-40B4-BE49-F238E27FC236}">
                <a16:creationId xmlns:a16="http://schemas.microsoft.com/office/drawing/2014/main" id="{3388BD15-5D99-E16F-BE4E-01D12E31A3DA}"/>
              </a:ext>
            </a:extLst>
          </p:cNvPr>
          <p:cNvSpPr>
            <a:spLocks noGrp="1"/>
          </p:cNvSpPr>
          <p:nvPr>
            <p:ph type="title"/>
          </p:nvPr>
        </p:nvSpPr>
        <p:spPr>
          <a:xfrm>
            <a:off x="0" y="1"/>
            <a:ext cx="12216306" cy="1064810"/>
          </a:xfrm>
        </p:spPr>
        <p:txBody>
          <a:bodyPr/>
          <a:lstStyle/>
          <a:p>
            <a:pPr algn="ctr"/>
            <a:r>
              <a:rPr lang="en-MX" b="1" dirty="0"/>
              <a:t>Devotional</a:t>
            </a:r>
          </a:p>
        </p:txBody>
      </p:sp>
    </p:spTree>
    <p:extLst>
      <p:ext uri="{BB962C8B-B14F-4D97-AF65-F5344CB8AC3E}">
        <p14:creationId xmlns:p14="http://schemas.microsoft.com/office/powerpoint/2010/main" val="3207189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397D76-7165-5481-D271-8DDF5F43A1C2}"/>
              </a:ext>
            </a:extLst>
          </p:cNvPr>
          <p:cNvSpPr txBox="1"/>
          <p:nvPr/>
        </p:nvSpPr>
        <p:spPr>
          <a:xfrm>
            <a:off x="277427" y="2345464"/>
            <a:ext cx="11319204" cy="3570208"/>
          </a:xfrm>
          <a:prstGeom prst="rect">
            <a:avLst/>
          </a:prstGeom>
          <a:noFill/>
        </p:spPr>
        <p:txBody>
          <a:bodyPr wrap="square">
            <a:spAutoFit/>
          </a:bodyPr>
          <a:lstStyle/>
          <a:p>
            <a:pPr algn="l"/>
            <a:endParaRPr lang="en-US" sz="1000" b="0" i="0" dirty="0">
              <a:effectLst/>
              <a:highlight>
                <a:srgbClr val="FFFFFF"/>
              </a:highlight>
              <a:latin typeface="Lato Extended"/>
            </a:endParaRPr>
          </a:p>
          <a:p>
            <a:pPr algn="l">
              <a:buFont typeface="Arial" panose="020B0604020202020204" pitchFamily="34" charset="0"/>
              <a:buChar char="•"/>
            </a:pPr>
            <a:r>
              <a:rPr lang="en-US" sz="2400" b="0" i="0" dirty="0">
                <a:effectLst/>
                <a:highlight>
                  <a:srgbClr val="FFFFFF"/>
                </a:highlight>
                <a:latin typeface="Lato Extended"/>
              </a:rPr>
              <a:t> </a:t>
            </a:r>
            <a:r>
              <a:rPr lang="en-US" sz="2400" b="0" i="0" dirty="0">
                <a:effectLst/>
                <a:latin typeface="Open Sans" panose="020B0606030504020204" pitchFamily="34" charset="0"/>
              </a:rPr>
              <a:t>President Ashton reminded us that Jesus Christ "obtained power to help us overcome all things." </a:t>
            </a:r>
            <a:r>
              <a:rPr lang="en-US" sz="2400" b="0" i="0" dirty="0">
                <a:effectLst/>
                <a:highlight>
                  <a:srgbClr val="FFFF00"/>
                </a:highlight>
                <a:latin typeface="Open Sans" panose="020B0606030504020204" pitchFamily="34" charset="0"/>
              </a:rPr>
              <a:t>What are some large or small challenges you face as a student? What can you do to obtain assistance through Jesus Christ to overcome these?</a:t>
            </a:r>
          </a:p>
          <a:p>
            <a:pPr algn="l"/>
            <a:endParaRPr lang="en-US" sz="2400" b="0" i="0" dirty="0">
              <a:effectLst/>
              <a:highlight>
                <a:srgbClr val="FFFFFF"/>
              </a:highlight>
              <a:latin typeface="Lato Extended"/>
            </a:endParaRPr>
          </a:p>
          <a:p>
            <a:pPr>
              <a:buFont typeface="Arial" panose="020B0604020202020204" pitchFamily="34" charset="0"/>
              <a:buChar char="•"/>
            </a:pPr>
            <a:r>
              <a:rPr lang="en-US" sz="2400" b="0" i="0" dirty="0">
                <a:effectLst/>
                <a:highlight>
                  <a:srgbClr val="FFFFFF"/>
                </a:highlight>
                <a:latin typeface="Lato Extended"/>
              </a:rPr>
              <a:t> </a:t>
            </a:r>
            <a:r>
              <a:rPr lang="en-US" sz="2400" b="0" i="0" dirty="0">
                <a:effectLst/>
                <a:latin typeface="Open Sans" panose="020B0606030504020204" pitchFamily="34" charset="0"/>
              </a:rPr>
              <a:t>Sister Ashton quoted 2 Nephi 26:24: "He doeth not anything save it be for the benefit of the world; for he loveth the world, even that he </a:t>
            </a:r>
            <a:r>
              <a:rPr lang="en-US" sz="2400" b="0" i="0" dirty="0" err="1">
                <a:effectLst/>
                <a:latin typeface="Open Sans" panose="020B0606030504020204" pitchFamily="34" charset="0"/>
              </a:rPr>
              <a:t>layeth</a:t>
            </a:r>
            <a:r>
              <a:rPr lang="en-US" sz="2400" b="0" i="0" dirty="0">
                <a:effectLst/>
                <a:latin typeface="Open Sans" panose="020B0606030504020204" pitchFamily="34" charset="0"/>
              </a:rPr>
              <a:t> down his own life that he may draw all men unto him." </a:t>
            </a:r>
            <a:r>
              <a:rPr lang="en-US" sz="2400" b="0" i="0" dirty="0">
                <a:effectLst/>
                <a:highlight>
                  <a:srgbClr val="FFFF00"/>
                </a:highlight>
                <a:latin typeface="Open Sans" panose="020B0606030504020204" pitchFamily="34" charset="0"/>
              </a:rPr>
              <a:t>How does knowing about this love help you? What strength do you receive from this knowledge?</a:t>
            </a:r>
          </a:p>
        </p:txBody>
      </p:sp>
      <p:sp>
        <p:nvSpPr>
          <p:cNvPr id="6" name="Rectangle 5">
            <a:extLst>
              <a:ext uri="{FF2B5EF4-FFF2-40B4-BE49-F238E27FC236}">
                <a16:creationId xmlns:a16="http://schemas.microsoft.com/office/drawing/2014/main" id="{2CB00A34-209F-87D0-4084-8F1FA14FDEC5}"/>
              </a:ext>
            </a:extLst>
          </p:cNvPr>
          <p:cNvSpPr/>
          <p:nvPr/>
        </p:nvSpPr>
        <p:spPr>
          <a:xfrm>
            <a:off x="436398" y="2050854"/>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grpSp>
        <p:nvGrpSpPr>
          <p:cNvPr id="14" name="Group 13">
            <a:extLst>
              <a:ext uri="{FF2B5EF4-FFF2-40B4-BE49-F238E27FC236}">
                <a16:creationId xmlns:a16="http://schemas.microsoft.com/office/drawing/2014/main" id="{FCCB9C13-DD12-D8EB-CB02-A9548073F1B0}"/>
              </a:ext>
            </a:extLst>
          </p:cNvPr>
          <p:cNvGrpSpPr/>
          <p:nvPr/>
        </p:nvGrpSpPr>
        <p:grpSpPr>
          <a:xfrm>
            <a:off x="-24306" y="0"/>
            <a:ext cx="12216306" cy="6964636"/>
            <a:chOff x="-24306" y="0"/>
            <a:chExt cx="12216306" cy="6964636"/>
          </a:xfrm>
        </p:grpSpPr>
        <p:pic>
          <p:nvPicPr>
            <p:cNvPr id="15" name="Picture 14">
              <a:extLst>
                <a:ext uri="{FF2B5EF4-FFF2-40B4-BE49-F238E27FC236}">
                  <a16:creationId xmlns:a16="http://schemas.microsoft.com/office/drawing/2014/main" id="{B2483228-B0A0-C981-D143-655C98CC0E9F}"/>
                </a:ext>
              </a:extLst>
            </p:cNvPr>
            <p:cNvPicPr>
              <a:picLocks noChangeAspect="1"/>
            </p:cNvPicPr>
            <p:nvPr/>
          </p:nvPicPr>
          <p:blipFill>
            <a:blip r:embed="rId2"/>
            <a:stretch>
              <a:fillRect/>
            </a:stretch>
          </p:blipFill>
          <p:spPr>
            <a:xfrm>
              <a:off x="-24306" y="6367736"/>
              <a:ext cx="12216306" cy="596900"/>
            </a:xfrm>
            <a:prstGeom prst="rect">
              <a:avLst/>
            </a:prstGeom>
          </p:spPr>
        </p:pic>
        <p:grpSp>
          <p:nvGrpSpPr>
            <p:cNvPr id="16" name="Group 15">
              <a:extLst>
                <a:ext uri="{FF2B5EF4-FFF2-40B4-BE49-F238E27FC236}">
                  <a16:creationId xmlns:a16="http://schemas.microsoft.com/office/drawing/2014/main" id="{9888D554-F70A-D4BA-52ED-ECEB41F15D89}"/>
                </a:ext>
              </a:extLst>
            </p:cNvPr>
            <p:cNvGrpSpPr/>
            <p:nvPr/>
          </p:nvGrpSpPr>
          <p:grpSpPr>
            <a:xfrm>
              <a:off x="0" y="0"/>
              <a:ext cx="12192000" cy="1651577"/>
              <a:chOff x="0" y="0"/>
              <a:chExt cx="12192000" cy="1651577"/>
            </a:xfrm>
          </p:grpSpPr>
          <p:sp>
            <p:nvSpPr>
              <p:cNvPr id="17" name="Rectangle 16">
                <a:extLst>
                  <a:ext uri="{FF2B5EF4-FFF2-40B4-BE49-F238E27FC236}">
                    <a16:creationId xmlns:a16="http://schemas.microsoft.com/office/drawing/2014/main" id="{597F546B-28FE-EBB3-293A-EF9F246BBC8C}"/>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8" name="Picture 17">
                <a:extLst>
                  <a:ext uri="{FF2B5EF4-FFF2-40B4-BE49-F238E27FC236}">
                    <a16:creationId xmlns:a16="http://schemas.microsoft.com/office/drawing/2014/main" id="{326667E2-D421-0085-4295-B6C59C60B589}"/>
                  </a:ext>
                </a:extLst>
              </p:cNvPr>
              <p:cNvPicPr>
                <a:picLocks noChangeAspect="1"/>
              </p:cNvPicPr>
              <p:nvPr/>
            </p:nvPicPr>
            <p:blipFill>
              <a:blip r:embed="rId3"/>
              <a:stretch>
                <a:fillRect/>
              </a:stretch>
            </p:blipFill>
            <p:spPr>
              <a:xfrm>
                <a:off x="436398" y="0"/>
                <a:ext cx="2117616" cy="1651577"/>
              </a:xfrm>
              <a:prstGeom prst="rect">
                <a:avLst/>
              </a:prstGeom>
            </p:spPr>
          </p:pic>
        </p:grpSp>
      </p:grpSp>
      <p:sp>
        <p:nvSpPr>
          <p:cNvPr id="7" name="Title 1">
            <a:extLst>
              <a:ext uri="{FF2B5EF4-FFF2-40B4-BE49-F238E27FC236}">
                <a16:creationId xmlns:a16="http://schemas.microsoft.com/office/drawing/2014/main" id="{D50922DB-1903-50ED-CD97-7B3BEA9EF36D}"/>
              </a:ext>
            </a:extLst>
          </p:cNvPr>
          <p:cNvSpPr>
            <a:spLocks noGrp="1"/>
          </p:cNvSpPr>
          <p:nvPr>
            <p:ph type="title"/>
          </p:nvPr>
        </p:nvSpPr>
        <p:spPr>
          <a:xfrm>
            <a:off x="0" y="1"/>
            <a:ext cx="12216306" cy="1064810"/>
          </a:xfrm>
        </p:spPr>
        <p:txBody>
          <a:bodyPr/>
          <a:lstStyle/>
          <a:p>
            <a:pPr algn="ctr"/>
            <a:r>
              <a:rPr lang="en-MX" b="1" dirty="0"/>
              <a:t>Devotional</a:t>
            </a:r>
          </a:p>
        </p:txBody>
      </p:sp>
      <p:sp>
        <p:nvSpPr>
          <p:cNvPr id="4" name="TextBox 3">
            <a:extLst>
              <a:ext uri="{FF2B5EF4-FFF2-40B4-BE49-F238E27FC236}">
                <a16:creationId xmlns:a16="http://schemas.microsoft.com/office/drawing/2014/main" id="{B5CC79FE-6084-7D7A-25BB-C5488504A7F6}"/>
              </a:ext>
            </a:extLst>
          </p:cNvPr>
          <p:cNvSpPr txBox="1"/>
          <p:nvPr/>
        </p:nvSpPr>
        <p:spPr>
          <a:xfrm>
            <a:off x="2877145" y="1220982"/>
            <a:ext cx="8078722" cy="584775"/>
          </a:xfrm>
          <a:prstGeom prst="rect">
            <a:avLst/>
          </a:prstGeom>
          <a:noFill/>
        </p:spPr>
        <p:txBody>
          <a:bodyPr wrap="square">
            <a:spAutoFit/>
          </a:bodyPr>
          <a:lstStyle/>
          <a:p>
            <a:pPr algn="l"/>
            <a:r>
              <a:rPr lang="en-US" sz="3200" i="0" dirty="0">
                <a:effectLst/>
                <a:highlight>
                  <a:srgbClr val="FFFFFF"/>
                </a:highlight>
                <a:latin typeface="Lato Extended"/>
              </a:rPr>
              <a:t>Discussion Questions for the Gathering</a:t>
            </a:r>
          </a:p>
        </p:txBody>
      </p:sp>
    </p:spTree>
    <p:extLst>
      <p:ext uri="{BB962C8B-B14F-4D97-AF65-F5344CB8AC3E}">
        <p14:creationId xmlns:p14="http://schemas.microsoft.com/office/powerpoint/2010/main" val="2936928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89C58D7-7B02-6440-1DCF-3828F5332BD8}"/>
              </a:ext>
            </a:extLst>
          </p:cNvPr>
          <p:cNvGrpSpPr/>
          <p:nvPr/>
        </p:nvGrpSpPr>
        <p:grpSpPr>
          <a:xfrm>
            <a:off x="-24306" y="0"/>
            <a:ext cx="12216306" cy="6964636"/>
            <a:chOff x="-24306" y="0"/>
            <a:chExt cx="12216306" cy="6964636"/>
          </a:xfrm>
        </p:grpSpPr>
        <p:pic>
          <p:nvPicPr>
            <p:cNvPr id="8" name="Picture 7">
              <a:extLst>
                <a:ext uri="{FF2B5EF4-FFF2-40B4-BE49-F238E27FC236}">
                  <a16:creationId xmlns:a16="http://schemas.microsoft.com/office/drawing/2014/main" id="{3E61D66C-C713-0511-8C08-C9F3759FCB2C}"/>
                </a:ext>
              </a:extLst>
            </p:cNvPr>
            <p:cNvPicPr>
              <a:picLocks noChangeAspect="1"/>
            </p:cNvPicPr>
            <p:nvPr/>
          </p:nvPicPr>
          <p:blipFill>
            <a:blip r:embed="rId2"/>
            <a:stretch>
              <a:fillRect/>
            </a:stretch>
          </p:blipFill>
          <p:spPr>
            <a:xfrm>
              <a:off x="-24306" y="6367736"/>
              <a:ext cx="12216306" cy="596900"/>
            </a:xfrm>
            <a:prstGeom prst="rect">
              <a:avLst/>
            </a:prstGeom>
          </p:spPr>
        </p:pic>
        <p:grpSp>
          <p:nvGrpSpPr>
            <p:cNvPr id="9" name="Group 8">
              <a:extLst>
                <a:ext uri="{FF2B5EF4-FFF2-40B4-BE49-F238E27FC236}">
                  <a16:creationId xmlns:a16="http://schemas.microsoft.com/office/drawing/2014/main" id="{50D397DE-32B1-9E0C-094D-3756C17DA3B8}"/>
                </a:ext>
              </a:extLst>
            </p:cNvPr>
            <p:cNvGrpSpPr/>
            <p:nvPr/>
          </p:nvGrpSpPr>
          <p:grpSpPr>
            <a:xfrm>
              <a:off x="0" y="0"/>
              <a:ext cx="12192000" cy="1651577"/>
              <a:chOff x="0" y="0"/>
              <a:chExt cx="12192000" cy="1651577"/>
            </a:xfrm>
          </p:grpSpPr>
          <p:sp>
            <p:nvSpPr>
              <p:cNvPr id="10" name="Rectangle 9">
                <a:extLst>
                  <a:ext uri="{FF2B5EF4-FFF2-40B4-BE49-F238E27FC236}">
                    <a16:creationId xmlns:a16="http://schemas.microsoft.com/office/drawing/2014/main" id="{C3A1933B-3561-5CA0-2755-83AAB1A19756}"/>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1" name="Picture 10">
                <a:extLst>
                  <a:ext uri="{FF2B5EF4-FFF2-40B4-BE49-F238E27FC236}">
                    <a16:creationId xmlns:a16="http://schemas.microsoft.com/office/drawing/2014/main" id="{434C3F0D-304F-A161-BEFF-64B7ABEA0967}"/>
                  </a:ext>
                </a:extLst>
              </p:cNvPr>
              <p:cNvPicPr>
                <a:picLocks noChangeAspect="1"/>
              </p:cNvPicPr>
              <p:nvPr/>
            </p:nvPicPr>
            <p:blipFill>
              <a:blip r:embed="rId3"/>
              <a:stretch>
                <a:fillRect/>
              </a:stretch>
            </p:blipFill>
            <p:spPr>
              <a:xfrm>
                <a:off x="436398" y="0"/>
                <a:ext cx="2117616" cy="1651577"/>
              </a:xfrm>
              <a:prstGeom prst="rect">
                <a:avLst/>
              </a:prstGeom>
            </p:spPr>
          </p:pic>
        </p:grpSp>
      </p:grpSp>
      <p:sp>
        <p:nvSpPr>
          <p:cNvPr id="3" name="TextBox 2">
            <a:extLst>
              <a:ext uri="{FF2B5EF4-FFF2-40B4-BE49-F238E27FC236}">
                <a16:creationId xmlns:a16="http://schemas.microsoft.com/office/drawing/2014/main" id="{2DC3E7BB-D318-C9C9-C13E-D60C8C227FB9}"/>
              </a:ext>
            </a:extLst>
          </p:cNvPr>
          <p:cNvSpPr txBox="1"/>
          <p:nvPr/>
        </p:nvSpPr>
        <p:spPr>
          <a:xfrm>
            <a:off x="270969" y="2375526"/>
            <a:ext cx="11319204" cy="2677656"/>
          </a:xfrm>
          <a:prstGeom prst="rect">
            <a:avLst/>
          </a:prstGeom>
          <a:noFill/>
        </p:spPr>
        <p:txBody>
          <a:bodyPr wrap="square">
            <a:spAutoFit/>
          </a:bodyPr>
          <a:lstStyle/>
          <a:p>
            <a:pPr rtl="0">
              <a:spcBef>
                <a:spcPts val="0"/>
              </a:spcBef>
              <a:spcAft>
                <a:spcPts val="0"/>
              </a:spcAft>
            </a:pPr>
            <a:r>
              <a:rPr lang="en-US" sz="2400" b="0" i="0" u="none" strike="noStrike" dirty="0">
                <a:solidFill>
                  <a:srgbClr val="000000"/>
                </a:solidFill>
                <a:effectLst/>
                <a:highlight>
                  <a:srgbClr val="FFFF00"/>
                </a:highlight>
                <a:latin typeface="Open Sans" panose="020B0606030504020204" pitchFamily="34" charset="0"/>
                <a:ea typeface="Open Sans" panose="020B0606030504020204" pitchFamily="34" charset="0"/>
                <a:cs typeface="Open Sans" panose="020B0606030504020204" pitchFamily="34" charset="0"/>
              </a:rPr>
              <a:t>BYU-Pathway Worldwide is a service provider</a:t>
            </a:r>
            <a:r>
              <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granting you access to online certificates and degrees from BYU-Idaho and Ensign College. </a:t>
            </a:r>
          </a:p>
          <a:p>
            <a:pPr rtl="0">
              <a:spcBef>
                <a:spcPts val="0"/>
              </a:spcBef>
              <a:spcAft>
                <a:spcPts val="0"/>
              </a:spcAft>
            </a:pPr>
            <a:endParaRPr lang="en-US" sz="2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rtl="0">
              <a:spcBef>
                <a:spcPts val="0"/>
              </a:spcBef>
              <a:spcAft>
                <a:spcPts val="0"/>
              </a:spcAft>
            </a:pPr>
            <a:r>
              <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Right now, most of you are applying for admission to one of those programs, but you are doing it through a BYU-Pathway Application. Why? Because while </a:t>
            </a:r>
            <a:r>
              <a:rPr lang="en-US" sz="2400" b="0" i="0" u="none" strike="noStrike" dirty="0">
                <a:solidFill>
                  <a:srgbClr val="000000"/>
                </a:solidFill>
                <a:effectLst/>
                <a:highlight>
                  <a:srgbClr val="FFFF00"/>
                </a:highlight>
                <a:latin typeface="Open Sans" panose="020B0606030504020204" pitchFamily="34" charset="0"/>
                <a:ea typeface="Open Sans" panose="020B0606030504020204" pitchFamily="34" charset="0"/>
                <a:cs typeface="Open Sans" panose="020B0606030504020204" pitchFamily="34" charset="0"/>
              </a:rPr>
              <a:t>BYU-Idaho and Ensign College provide the certificate and degree programs, BYU-Pathway provides access to them.</a:t>
            </a:r>
            <a:endParaRPr lang="en-US" sz="2400" b="0"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endParaRPr>
          </a:p>
        </p:txBody>
      </p:sp>
      <p:sp>
        <p:nvSpPr>
          <p:cNvPr id="4" name="Rectangle 3">
            <a:extLst>
              <a:ext uri="{FF2B5EF4-FFF2-40B4-BE49-F238E27FC236}">
                <a16:creationId xmlns:a16="http://schemas.microsoft.com/office/drawing/2014/main" id="{8BB5AA3A-A5FD-0B5E-18EC-E09A74EA0B16}"/>
              </a:ext>
            </a:extLst>
          </p:cNvPr>
          <p:cNvSpPr/>
          <p:nvPr/>
        </p:nvSpPr>
        <p:spPr>
          <a:xfrm>
            <a:off x="436398" y="1990692"/>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EBAFFE86-AFD2-1A8C-E8EF-F554910176AB}"/>
              </a:ext>
            </a:extLst>
          </p:cNvPr>
          <p:cNvSpPr>
            <a:spLocks noGrp="1"/>
          </p:cNvSpPr>
          <p:nvPr>
            <p:ph type="title"/>
          </p:nvPr>
        </p:nvSpPr>
        <p:spPr>
          <a:xfrm>
            <a:off x="1495206" y="217117"/>
            <a:ext cx="10752083" cy="678168"/>
          </a:xfrm>
        </p:spPr>
        <p:txBody>
          <a:bodyPr>
            <a:normAutofit/>
          </a:bodyPr>
          <a:lstStyle/>
          <a:p>
            <a:pPr algn="ctr"/>
            <a:r>
              <a:rPr lang="en-US" sz="3500" b="1" i="0" u="none" strike="noStrike" dirty="0">
                <a:solidFill>
                  <a:srgbClr val="000000"/>
                </a:solidFill>
                <a:effectLst/>
                <a:latin typeface="Arial" panose="020B0604020202020204" pitchFamily="34" charset="0"/>
              </a:rPr>
              <a:t>Role of BYU-Pathway Worldwide</a:t>
            </a:r>
            <a:endParaRPr lang="en-MX" sz="3500" dirty="0"/>
          </a:p>
        </p:txBody>
      </p:sp>
      <p:sp>
        <p:nvSpPr>
          <p:cNvPr id="6" name="TextBox 5">
            <a:extLst>
              <a:ext uri="{FF2B5EF4-FFF2-40B4-BE49-F238E27FC236}">
                <a16:creationId xmlns:a16="http://schemas.microsoft.com/office/drawing/2014/main" id="{B07B568D-3CB8-F226-AAE8-0AC46B69352A}"/>
              </a:ext>
            </a:extLst>
          </p:cNvPr>
          <p:cNvSpPr txBox="1"/>
          <p:nvPr/>
        </p:nvSpPr>
        <p:spPr>
          <a:xfrm>
            <a:off x="3804788" y="1219988"/>
            <a:ext cx="4251566" cy="584775"/>
          </a:xfrm>
          <a:prstGeom prst="rect">
            <a:avLst/>
          </a:prstGeom>
          <a:noFill/>
        </p:spPr>
        <p:txBody>
          <a:bodyPr wrap="square">
            <a:spAutoFit/>
          </a:bodyPr>
          <a:lstStyle/>
          <a:p>
            <a:pPr algn="l"/>
            <a:r>
              <a:rPr lang="en-US" sz="3200" i="0" dirty="0">
                <a:effectLst/>
                <a:highlight>
                  <a:srgbClr val="FFFFFF"/>
                </a:highlight>
                <a:latin typeface="Open Sans" panose="020B0606030504020204" pitchFamily="34" charset="0"/>
                <a:ea typeface="Open Sans" panose="020B0606030504020204" pitchFamily="34" charset="0"/>
                <a:cs typeface="Open Sans" panose="020B0606030504020204" pitchFamily="34" charset="0"/>
              </a:rPr>
              <a:t>Review and Discuss</a:t>
            </a:r>
          </a:p>
        </p:txBody>
      </p:sp>
    </p:spTree>
    <p:extLst>
      <p:ext uri="{BB962C8B-B14F-4D97-AF65-F5344CB8AC3E}">
        <p14:creationId xmlns:p14="http://schemas.microsoft.com/office/powerpoint/2010/main" val="2771021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43AC9-BD0C-89BF-F72C-CCDE455BC747}"/>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4AEEF72E-2C19-0157-B85B-C477DEFBBF58}"/>
              </a:ext>
            </a:extLst>
          </p:cNvPr>
          <p:cNvGrpSpPr/>
          <p:nvPr/>
        </p:nvGrpSpPr>
        <p:grpSpPr>
          <a:xfrm>
            <a:off x="-24306" y="0"/>
            <a:ext cx="12216306" cy="6964636"/>
            <a:chOff x="-24306" y="0"/>
            <a:chExt cx="12216306" cy="6964636"/>
          </a:xfrm>
        </p:grpSpPr>
        <p:pic>
          <p:nvPicPr>
            <p:cNvPr id="8" name="Picture 7">
              <a:extLst>
                <a:ext uri="{FF2B5EF4-FFF2-40B4-BE49-F238E27FC236}">
                  <a16:creationId xmlns:a16="http://schemas.microsoft.com/office/drawing/2014/main" id="{F909007F-E6CF-D126-7219-DEA433BB49C7}"/>
                </a:ext>
              </a:extLst>
            </p:cNvPr>
            <p:cNvPicPr>
              <a:picLocks noChangeAspect="1"/>
            </p:cNvPicPr>
            <p:nvPr/>
          </p:nvPicPr>
          <p:blipFill>
            <a:blip r:embed="rId2"/>
            <a:stretch>
              <a:fillRect/>
            </a:stretch>
          </p:blipFill>
          <p:spPr>
            <a:xfrm>
              <a:off x="-24306" y="6367736"/>
              <a:ext cx="12216306" cy="596900"/>
            </a:xfrm>
            <a:prstGeom prst="rect">
              <a:avLst/>
            </a:prstGeom>
          </p:spPr>
        </p:pic>
        <p:grpSp>
          <p:nvGrpSpPr>
            <p:cNvPr id="9" name="Group 8">
              <a:extLst>
                <a:ext uri="{FF2B5EF4-FFF2-40B4-BE49-F238E27FC236}">
                  <a16:creationId xmlns:a16="http://schemas.microsoft.com/office/drawing/2014/main" id="{D92998EE-5A5B-E6E3-1B27-B1307196658D}"/>
                </a:ext>
              </a:extLst>
            </p:cNvPr>
            <p:cNvGrpSpPr/>
            <p:nvPr/>
          </p:nvGrpSpPr>
          <p:grpSpPr>
            <a:xfrm>
              <a:off x="0" y="0"/>
              <a:ext cx="12192000" cy="1651577"/>
              <a:chOff x="0" y="0"/>
              <a:chExt cx="12192000" cy="1651577"/>
            </a:xfrm>
          </p:grpSpPr>
          <p:sp>
            <p:nvSpPr>
              <p:cNvPr id="10" name="Rectangle 9">
                <a:extLst>
                  <a:ext uri="{FF2B5EF4-FFF2-40B4-BE49-F238E27FC236}">
                    <a16:creationId xmlns:a16="http://schemas.microsoft.com/office/drawing/2014/main" id="{68DB7180-3A1C-BB7D-11B5-978302859F46}"/>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1" name="Picture 10">
                <a:extLst>
                  <a:ext uri="{FF2B5EF4-FFF2-40B4-BE49-F238E27FC236}">
                    <a16:creationId xmlns:a16="http://schemas.microsoft.com/office/drawing/2014/main" id="{C2333823-CDA4-5E6C-7D38-20F5FA7726AE}"/>
                  </a:ext>
                </a:extLst>
              </p:cNvPr>
              <p:cNvPicPr>
                <a:picLocks noChangeAspect="1"/>
              </p:cNvPicPr>
              <p:nvPr/>
            </p:nvPicPr>
            <p:blipFill>
              <a:blip r:embed="rId3"/>
              <a:stretch>
                <a:fillRect/>
              </a:stretch>
            </p:blipFill>
            <p:spPr>
              <a:xfrm>
                <a:off x="436398" y="0"/>
                <a:ext cx="2117616" cy="1651577"/>
              </a:xfrm>
              <a:prstGeom prst="rect">
                <a:avLst/>
              </a:prstGeom>
            </p:spPr>
          </p:pic>
        </p:grpSp>
      </p:grpSp>
      <p:sp>
        <p:nvSpPr>
          <p:cNvPr id="3" name="TextBox 2">
            <a:extLst>
              <a:ext uri="{FF2B5EF4-FFF2-40B4-BE49-F238E27FC236}">
                <a16:creationId xmlns:a16="http://schemas.microsoft.com/office/drawing/2014/main" id="{B6EB6F23-3506-17AF-9195-5575C61C2507}"/>
              </a:ext>
            </a:extLst>
          </p:cNvPr>
          <p:cNvSpPr txBox="1"/>
          <p:nvPr/>
        </p:nvSpPr>
        <p:spPr>
          <a:xfrm>
            <a:off x="270969" y="2198317"/>
            <a:ext cx="11319204" cy="4708981"/>
          </a:xfrm>
          <a:prstGeom prst="rect">
            <a:avLst/>
          </a:prstGeom>
          <a:noFill/>
        </p:spPr>
        <p:txBody>
          <a:bodyPr wrap="square">
            <a:spAutoFit/>
          </a:bodyPr>
          <a:lstStyle/>
          <a:p>
            <a:pPr rtl="0">
              <a:spcBef>
                <a:spcPts val="0"/>
              </a:spcBef>
              <a:spcAft>
                <a:spcPts val="0"/>
              </a:spcAft>
            </a:pPr>
            <a:r>
              <a:rPr lang="en-US" sz="2400" b="0" i="0" u="none" strike="noStrike" dirty="0">
                <a:solidFill>
                  <a:srgbClr val="000000"/>
                </a:solidFill>
                <a:effectLst/>
                <a:highlight>
                  <a:srgbClr val="FFFF00"/>
                </a:highlight>
                <a:latin typeface="Open Sans" panose="020B0606030504020204" pitchFamily="34" charset="0"/>
                <a:ea typeface="Open Sans" panose="020B0606030504020204" pitchFamily="34" charset="0"/>
                <a:cs typeface="Open Sans" panose="020B0606030504020204" pitchFamily="34" charset="0"/>
              </a:rPr>
              <a:t>Think of BYU-Pathway like an online store and BYU-Idaho and Ensign College like companies who make products</a:t>
            </a:r>
            <a:r>
              <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You go to the online store to buy the products. You also use the store to ask questions about the products. BYU-Pathway provides the following services:</a:t>
            </a:r>
          </a:p>
          <a:p>
            <a:pPr rtl="0">
              <a:spcBef>
                <a:spcPts val="0"/>
              </a:spcBef>
              <a:spcAft>
                <a:spcPts val="0"/>
              </a:spcAft>
            </a:pPr>
            <a:endParaRPr lang="en-US" sz="2400" b="0" dirty="0">
              <a:effectLst/>
              <a:latin typeface="Open Sans" panose="020B0606030504020204" pitchFamily="34" charset="0"/>
              <a:ea typeface="Open Sans" panose="020B0606030504020204" pitchFamily="34" charset="0"/>
              <a:cs typeface="Open Sans" panose="020B0606030504020204" pitchFamily="34" charset="0"/>
            </a:endParaRPr>
          </a:p>
          <a:p>
            <a:pPr marL="342900" indent="-342900" rtl="0" fontAlgn="base">
              <a:spcBef>
                <a:spcPts val="0"/>
              </a:spcBef>
              <a:spcAft>
                <a:spcPts val="0"/>
              </a:spcAft>
              <a:buFont typeface="Arial" panose="020B0604020202020204" pitchFamily="34" charset="0"/>
              <a:buChar char="•"/>
            </a:pPr>
            <a:r>
              <a:rPr lang="en-US" sz="22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Information about the courses and programs through a website</a:t>
            </a:r>
          </a:p>
          <a:p>
            <a:pPr marL="342900" indent="-342900" rtl="0" fontAlgn="base">
              <a:spcBef>
                <a:spcPts val="0"/>
              </a:spcBef>
              <a:spcAft>
                <a:spcPts val="0"/>
              </a:spcAft>
              <a:buFont typeface="Arial" panose="020B0604020202020204" pitchFamily="34" charset="0"/>
              <a:buChar char="•"/>
            </a:pPr>
            <a:r>
              <a:rPr lang="en-US" sz="22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An application to the programs</a:t>
            </a:r>
          </a:p>
          <a:p>
            <a:pPr marL="342900" indent="-342900" rtl="0" fontAlgn="base">
              <a:spcBef>
                <a:spcPts val="0"/>
              </a:spcBef>
              <a:spcAft>
                <a:spcPts val="0"/>
              </a:spcAft>
              <a:buFont typeface="Arial" panose="020B0604020202020204" pitchFamily="34" charset="0"/>
              <a:buChar char="•"/>
            </a:pPr>
            <a:r>
              <a:rPr lang="en-US" sz="22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Student support through mentoring and advising.</a:t>
            </a:r>
          </a:p>
          <a:p>
            <a:pPr marL="342900" indent="-342900" rtl="0" fontAlgn="base">
              <a:spcBef>
                <a:spcPts val="0"/>
              </a:spcBef>
              <a:spcAft>
                <a:spcPts val="0"/>
              </a:spcAft>
              <a:buFont typeface="Arial" panose="020B0604020202020204" pitchFamily="34" charset="0"/>
              <a:buChar char="•"/>
            </a:pPr>
            <a:r>
              <a:rPr lang="en-US" sz="22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An information and transaction hub called the BYU-Pathway Portal. On the portal, you can register for classes, find your classes, see important announcements, pay tuition, and ask for help.</a:t>
            </a:r>
            <a:endParaRPr lang="en-US" sz="2200" b="0" dirty="0">
              <a:effectLst/>
              <a:latin typeface="Open Sans" panose="020B0606030504020204" pitchFamily="34" charset="0"/>
              <a:ea typeface="Open Sans" panose="020B0606030504020204" pitchFamily="34" charset="0"/>
              <a:cs typeface="Open Sans" panose="020B0606030504020204" pitchFamily="34" charset="0"/>
            </a:endParaRPr>
          </a:p>
          <a:p>
            <a:br>
              <a:rPr lang="en-US" sz="2400" dirty="0">
                <a:latin typeface="Open Sans" panose="020B0606030504020204" pitchFamily="34" charset="0"/>
                <a:ea typeface="Open Sans" panose="020B0606030504020204" pitchFamily="34" charset="0"/>
                <a:cs typeface="Open Sans" panose="020B0606030504020204" pitchFamily="34" charset="0"/>
              </a:rPr>
            </a:br>
            <a:endParaRPr lang="en-US" sz="2400" b="0" i="0" dirty="0">
              <a:effectLst/>
              <a:latin typeface="Open Sans" panose="020B0606030504020204" pitchFamily="34" charset="0"/>
              <a:ea typeface="Open Sans" panose="020B0606030504020204" pitchFamily="34" charset="0"/>
              <a:cs typeface="Open Sans" panose="020B0606030504020204" pitchFamily="34" charset="0"/>
            </a:endParaRPr>
          </a:p>
        </p:txBody>
      </p:sp>
      <p:sp>
        <p:nvSpPr>
          <p:cNvPr id="4" name="Rectangle 3">
            <a:extLst>
              <a:ext uri="{FF2B5EF4-FFF2-40B4-BE49-F238E27FC236}">
                <a16:creationId xmlns:a16="http://schemas.microsoft.com/office/drawing/2014/main" id="{2AB20936-39A9-0530-E5D9-74ADA443960F}"/>
              </a:ext>
            </a:extLst>
          </p:cNvPr>
          <p:cNvSpPr/>
          <p:nvPr/>
        </p:nvSpPr>
        <p:spPr>
          <a:xfrm>
            <a:off x="436398" y="1990692"/>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5" name="Title 1">
            <a:extLst>
              <a:ext uri="{FF2B5EF4-FFF2-40B4-BE49-F238E27FC236}">
                <a16:creationId xmlns:a16="http://schemas.microsoft.com/office/drawing/2014/main" id="{D1CB4B69-4898-AADD-A9B3-824843A6758A}"/>
              </a:ext>
            </a:extLst>
          </p:cNvPr>
          <p:cNvSpPr txBox="1">
            <a:spLocks/>
          </p:cNvSpPr>
          <p:nvPr/>
        </p:nvSpPr>
        <p:spPr>
          <a:xfrm>
            <a:off x="1495206" y="217117"/>
            <a:ext cx="10752083" cy="6781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500" b="1">
                <a:solidFill>
                  <a:srgbClr val="000000"/>
                </a:solidFill>
                <a:latin typeface="Arial" panose="020B0604020202020204" pitchFamily="34" charset="0"/>
              </a:rPr>
              <a:t>Role of BYU-Pathway Worldwide</a:t>
            </a:r>
            <a:endParaRPr lang="en-MX" sz="3500" dirty="0"/>
          </a:p>
        </p:txBody>
      </p:sp>
      <p:sp>
        <p:nvSpPr>
          <p:cNvPr id="2" name="TextBox 1">
            <a:extLst>
              <a:ext uri="{FF2B5EF4-FFF2-40B4-BE49-F238E27FC236}">
                <a16:creationId xmlns:a16="http://schemas.microsoft.com/office/drawing/2014/main" id="{579D0EFC-84CE-F304-D3EB-E1E027A61C42}"/>
              </a:ext>
            </a:extLst>
          </p:cNvPr>
          <p:cNvSpPr txBox="1"/>
          <p:nvPr/>
        </p:nvSpPr>
        <p:spPr>
          <a:xfrm>
            <a:off x="3804788" y="1219988"/>
            <a:ext cx="4251566" cy="584775"/>
          </a:xfrm>
          <a:prstGeom prst="rect">
            <a:avLst/>
          </a:prstGeom>
          <a:noFill/>
        </p:spPr>
        <p:txBody>
          <a:bodyPr wrap="square">
            <a:spAutoFit/>
          </a:bodyPr>
          <a:lstStyle/>
          <a:p>
            <a:pPr algn="l"/>
            <a:r>
              <a:rPr lang="en-US" sz="3200" i="0" dirty="0">
                <a:effectLst/>
                <a:highlight>
                  <a:srgbClr val="FFFFFF"/>
                </a:highlight>
                <a:latin typeface="Open Sans" panose="020B0606030504020204" pitchFamily="34" charset="0"/>
                <a:ea typeface="Open Sans" panose="020B0606030504020204" pitchFamily="34" charset="0"/>
                <a:cs typeface="Open Sans" panose="020B0606030504020204" pitchFamily="34" charset="0"/>
              </a:rPr>
              <a:t>Review and Discuss</a:t>
            </a:r>
          </a:p>
        </p:txBody>
      </p:sp>
    </p:spTree>
    <p:extLst>
      <p:ext uri="{BB962C8B-B14F-4D97-AF65-F5344CB8AC3E}">
        <p14:creationId xmlns:p14="http://schemas.microsoft.com/office/powerpoint/2010/main" val="3670303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23610-B743-FACD-6974-759AE3327CE3}"/>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5F1D7E8D-16CB-CB19-66E5-CE74ED6FDAC0}"/>
              </a:ext>
            </a:extLst>
          </p:cNvPr>
          <p:cNvGrpSpPr/>
          <p:nvPr/>
        </p:nvGrpSpPr>
        <p:grpSpPr>
          <a:xfrm>
            <a:off x="-24306" y="0"/>
            <a:ext cx="12216306" cy="6964636"/>
            <a:chOff x="-24306" y="0"/>
            <a:chExt cx="12216306" cy="6964636"/>
          </a:xfrm>
        </p:grpSpPr>
        <p:pic>
          <p:nvPicPr>
            <p:cNvPr id="8" name="Picture 7">
              <a:extLst>
                <a:ext uri="{FF2B5EF4-FFF2-40B4-BE49-F238E27FC236}">
                  <a16:creationId xmlns:a16="http://schemas.microsoft.com/office/drawing/2014/main" id="{C19733D6-027D-7252-88C4-272BC029C256}"/>
                </a:ext>
              </a:extLst>
            </p:cNvPr>
            <p:cNvPicPr>
              <a:picLocks noChangeAspect="1"/>
            </p:cNvPicPr>
            <p:nvPr/>
          </p:nvPicPr>
          <p:blipFill>
            <a:blip r:embed="rId2"/>
            <a:stretch>
              <a:fillRect/>
            </a:stretch>
          </p:blipFill>
          <p:spPr>
            <a:xfrm>
              <a:off x="-24306" y="6367736"/>
              <a:ext cx="12216306" cy="596900"/>
            </a:xfrm>
            <a:prstGeom prst="rect">
              <a:avLst/>
            </a:prstGeom>
          </p:spPr>
        </p:pic>
        <p:grpSp>
          <p:nvGrpSpPr>
            <p:cNvPr id="9" name="Group 8">
              <a:extLst>
                <a:ext uri="{FF2B5EF4-FFF2-40B4-BE49-F238E27FC236}">
                  <a16:creationId xmlns:a16="http://schemas.microsoft.com/office/drawing/2014/main" id="{A1EAD721-5B3F-A593-2D7E-DF05FE2D2704}"/>
                </a:ext>
              </a:extLst>
            </p:cNvPr>
            <p:cNvGrpSpPr/>
            <p:nvPr/>
          </p:nvGrpSpPr>
          <p:grpSpPr>
            <a:xfrm>
              <a:off x="0" y="0"/>
              <a:ext cx="12192000" cy="1651577"/>
              <a:chOff x="0" y="0"/>
              <a:chExt cx="12192000" cy="1651577"/>
            </a:xfrm>
          </p:grpSpPr>
          <p:sp>
            <p:nvSpPr>
              <p:cNvPr id="10" name="Rectangle 9">
                <a:extLst>
                  <a:ext uri="{FF2B5EF4-FFF2-40B4-BE49-F238E27FC236}">
                    <a16:creationId xmlns:a16="http://schemas.microsoft.com/office/drawing/2014/main" id="{65F0EF1A-7964-3E45-3DAE-7C880C526DCC}"/>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1" name="Picture 10">
                <a:extLst>
                  <a:ext uri="{FF2B5EF4-FFF2-40B4-BE49-F238E27FC236}">
                    <a16:creationId xmlns:a16="http://schemas.microsoft.com/office/drawing/2014/main" id="{A4A44A12-4289-464F-1C04-769DC2002D81}"/>
                  </a:ext>
                </a:extLst>
              </p:cNvPr>
              <p:cNvPicPr>
                <a:picLocks noChangeAspect="1"/>
              </p:cNvPicPr>
              <p:nvPr/>
            </p:nvPicPr>
            <p:blipFill>
              <a:blip r:embed="rId3"/>
              <a:stretch>
                <a:fillRect/>
              </a:stretch>
            </p:blipFill>
            <p:spPr>
              <a:xfrm>
                <a:off x="436398" y="0"/>
                <a:ext cx="2117616" cy="1651577"/>
              </a:xfrm>
              <a:prstGeom prst="rect">
                <a:avLst/>
              </a:prstGeom>
            </p:spPr>
          </p:pic>
        </p:grpSp>
      </p:grpSp>
      <p:sp>
        <p:nvSpPr>
          <p:cNvPr id="3" name="TextBox 2">
            <a:extLst>
              <a:ext uri="{FF2B5EF4-FFF2-40B4-BE49-F238E27FC236}">
                <a16:creationId xmlns:a16="http://schemas.microsoft.com/office/drawing/2014/main" id="{30186D0E-3F12-F4B8-2255-D736DB000B47}"/>
              </a:ext>
            </a:extLst>
          </p:cNvPr>
          <p:cNvSpPr txBox="1"/>
          <p:nvPr/>
        </p:nvSpPr>
        <p:spPr>
          <a:xfrm>
            <a:off x="424245" y="2519001"/>
            <a:ext cx="11319204" cy="1569660"/>
          </a:xfrm>
          <a:prstGeom prst="rect">
            <a:avLst/>
          </a:prstGeom>
          <a:noFill/>
        </p:spPr>
        <p:txBody>
          <a:bodyPr wrap="square">
            <a:spAutoFit/>
          </a:bodyPr>
          <a:lstStyle/>
          <a:p>
            <a:pPr rtl="0">
              <a:spcBef>
                <a:spcPts val="0"/>
              </a:spcBef>
              <a:spcAft>
                <a:spcPts val="0"/>
              </a:spcAft>
            </a:pPr>
            <a:r>
              <a:rPr lang="en-US" sz="2400" b="0" i="0" u="none" strike="noStrike" dirty="0">
                <a:solidFill>
                  <a:srgbClr val="000000"/>
                </a:solidFill>
                <a:effectLst/>
                <a:highlight>
                  <a:srgbClr val="FFFF00"/>
                </a:highlight>
                <a:latin typeface="Open Sans" panose="020B0606030504020204" pitchFamily="34" charset="0"/>
                <a:ea typeface="Open Sans" panose="020B0606030504020204" pitchFamily="34" charset="0"/>
                <a:cs typeface="Open Sans" panose="020B0606030504020204" pitchFamily="34" charset="0"/>
              </a:rPr>
              <a:t>As you take online certificate and degree courses from BYU-Idaho or Ensign College, you will remain a BYU-Pathway student</a:t>
            </a:r>
            <a:r>
              <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This means BYU-Pathway will support you in the ways above as you move through your programs.</a:t>
            </a:r>
            <a:br>
              <a:rPr lang="en-US" sz="2400" dirty="0">
                <a:latin typeface="Open Sans" panose="020B0606030504020204" pitchFamily="34" charset="0"/>
                <a:ea typeface="Open Sans" panose="020B0606030504020204" pitchFamily="34" charset="0"/>
                <a:cs typeface="Open Sans" panose="020B0606030504020204" pitchFamily="34" charset="0"/>
              </a:rPr>
            </a:br>
            <a:endParaRPr lang="en-US" sz="2400" b="0" i="0" dirty="0">
              <a:effectLst/>
              <a:latin typeface="Open Sans" panose="020B0606030504020204" pitchFamily="34" charset="0"/>
              <a:ea typeface="Open Sans" panose="020B0606030504020204" pitchFamily="34" charset="0"/>
              <a:cs typeface="Open Sans" panose="020B0606030504020204" pitchFamily="34" charset="0"/>
            </a:endParaRPr>
          </a:p>
        </p:txBody>
      </p:sp>
      <p:sp>
        <p:nvSpPr>
          <p:cNvPr id="4" name="Rectangle 3">
            <a:extLst>
              <a:ext uri="{FF2B5EF4-FFF2-40B4-BE49-F238E27FC236}">
                <a16:creationId xmlns:a16="http://schemas.microsoft.com/office/drawing/2014/main" id="{989FA496-646B-2C56-AE96-E02F1FC1F725}"/>
              </a:ext>
            </a:extLst>
          </p:cNvPr>
          <p:cNvSpPr/>
          <p:nvPr/>
        </p:nvSpPr>
        <p:spPr>
          <a:xfrm>
            <a:off x="424245" y="2129495"/>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5" name="Title 1">
            <a:extLst>
              <a:ext uri="{FF2B5EF4-FFF2-40B4-BE49-F238E27FC236}">
                <a16:creationId xmlns:a16="http://schemas.microsoft.com/office/drawing/2014/main" id="{FE49B426-1D20-E8D4-007E-DA6C797DA702}"/>
              </a:ext>
            </a:extLst>
          </p:cNvPr>
          <p:cNvSpPr txBox="1">
            <a:spLocks/>
          </p:cNvSpPr>
          <p:nvPr/>
        </p:nvSpPr>
        <p:spPr>
          <a:xfrm>
            <a:off x="1495206" y="217117"/>
            <a:ext cx="10752083" cy="6781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500" b="1">
                <a:solidFill>
                  <a:srgbClr val="000000"/>
                </a:solidFill>
                <a:latin typeface="Arial" panose="020B0604020202020204" pitchFamily="34" charset="0"/>
              </a:rPr>
              <a:t>Role of BYU-Pathway Worldwide</a:t>
            </a:r>
            <a:endParaRPr lang="en-MX" sz="3500" dirty="0"/>
          </a:p>
        </p:txBody>
      </p:sp>
      <p:sp>
        <p:nvSpPr>
          <p:cNvPr id="2" name="TextBox 1">
            <a:extLst>
              <a:ext uri="{FF2B5EF4-FFF2-40B4-BE49-F238E27FC236}">
                <a16:creationId xmlns:a16="http://schemas.microsoft.com/office/drawing/2014/main" id="{956E5913-5E49-0658-D5DA-30A85B4BB623}"/>
              </a:ext>
            </a:extLst>
          </p:cNvPr>
          <p:cNvSpPr txBox="1"/>
          <p:nvPr/>
        </p:nvSpPr>
        <p:spPr>
          <a:xfrm>
            <a:off x="3804788" y="1245155"/>
            <a:ext cx="4251566" cy="584775"/>
          </a:xfrm>
          <a:prstGeom prst="rect">
            <a:avLst/>
          </a:prstGeom>
          <a:noFill/>
        </p:spPr>
        <p:txBody>
          <a:bodyPr wrap="square">
            <a:spAutoFit/>
          </a:bodyPr>
          <a:lstStyle/>
          <a:p>
            <a:pPr algn="l"/>
            <a:r>
              <a:rPr lang="en-US" sz="3200" i="0" dirty="0">
                <a:effectLst/>
                <a:highlight>
                  <a:srgbClr val="FFFFFF"/>
                </a:highlight>
                <a:latin typeface="Open Sans" panose="020B0606030504020204" pitchFamily="34" charset="0"/>
                <a:ea typeface="Open Sans" panose="020B0606030504020204" pitchFamily="34" charset="0"/>
                <a:cs typeface="Open Sans" panose="020B0606030504020204" pitchFamily="34" charset="0"/>
              </a:rPr>
              <a:t>Review and Discuss</a:t>
            </a:r>
          </a:p>
        </p:txBody>
      </p:sp>
    </p:spTree>
    <p:extLst>
      <p:ext uri="{BB962C8B-B14F-4D97-AF65-F5344CB8AC3E}">
        <p14:creationId xmlns:p14="http://schemas.microsoft.com/office/powerpoint/2010/main" val="427299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BC0ABCE-788D-A574-D831-23AF9C524ADC}"/>
              </a:ext>
            </a:extLst>
          </p:cNvPr>
          <p:cNvGrpSpPr/>
          <p:nvPr/>
        </p:nvGrpSpPr>
        <p:grpSpPr>
          <a:xfrm>
            <a:off x="-12153" y="0"/>
            <a:ext cx="12216306" cy="6964636"/>
            <a:chOff x="-24306" y="0"/>
            <a:chExt cx="12216306" cy="6964636"/>
          </a:xfrm>
        </p:grpSpPr>
        <p:pic>
          <p:nvPicPr>
            <p:cNvPr id="10" name="Picture 9">
              <a:extLst>
                <a:ext uri="{FF2B5EF4-FFF2-40B4-BE49-F238E27FC236}">
                  <a16:creationId xmlns:a16="http://schemas.microsoft.com/office/drawing/2014/main" id="{973155AC-5644-19F7-3124-06BBD0E2FBA8}"/>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EE2FBC8F-DB7D-9A8C-95D9-EA21C7EB86FB}"/>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BCD19AF2-0CF7-4716-3543-2CB1ABAE9C92}"/>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DE19F30A-C277-153E-9C95-38A1926F483D}"/>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15" name="TextBox 14">
            <a:extLst>
              <a:ext uri="{FF2B5EF4-FFF2-40B4-BE49-F238E27FC236}">
                <a16:creationId xmlns:a16="http://schemas.microsoft.com/office/drawing/2014/main" id="{B6494CDA-85B0-3C5E-1AE8-1C2CE6859531}"/>
              </a:ext>
            </a:extLst>
          </p:cNvPr>
          <p:cNvSpPr txBox="1"/>
          <p:nvPr/>
        </p:nvSpPr>
        <p:spPr>
          <a:xfrm>
            <a:off x="389868" y="2362997"/>
            <a:ext cx="11387958" cy="3416320"/>
          </a:xfrm>
          <a:prstGeom prst="rect">
            <a:avLst/>
          </a:prstGeom>
          <a:noFill/>
        </p:spPr>
        <p:txBody>
          <a:bodyPr wrap="square">
            <a:spAutoFit/>
          </a:bodyPr>
          <a:lstStyle/>
          <a:p>
            <a:pPr algn="l"/>
            <a:r>
              <a:rPr lang="en-US" sz="2400" b="0" i="0" dirty="0">
                <a:effectLst/>
                <a:latin typeface="Open Sans" panose="020B0606030504020204" pitchFamily="34" charset="0"/>
              </a:rPr>
              <a:t>BYU-Pathway Worldwide is part of the Church Educational System (CES). Attending a CES institution is unique because students and faculty try to live as disciples of Jesus Christ. This includes academic honesty, respect, and living a virtuous life — all of which contribute to a positive learning environment.</a:t>
            </a:r>
          </a:p>
          <a:p>
            <a:pPr algn="l"/>
            <a:endParaRPr lang="en-US" sz="2400" b="0" i="0" dirty="0">
              <a:effectLst/>
              <a:latin typeface="Open Sans" panose="020B0606030504020204" pitchFamily="34" charset="0"/>
            </a:endParaRPr>
          </a:p>
          <a:p>
            <a:pPr algn="l"/>
            <a:r>
              <a:rPr lang="en-US" sz="2400" b="0" i="0" dirty="0">
                <a:effectLst/>
                <a:highlight>
                  <a:srgbClr val="FFFF00"/>
                </a:highlight>
                <a:latin typeface="Open Sans" panose="020B0606030504020204" pitchFamily="34" charset="0"/>
              </a:rPr>
              <a:t>An ecclesiastical endorsement is an interview to discuss your willingness to live a faithful life. </a:t>
            </a:r>
            <a:r>
              <a:rPr lang="en-US" sz="2400" b="0" i="0" dirty="0">
                <a:effectLst/>
                <a:latin typeface="Open Sans" panose="020B0606030504020204" pitchFamily="34" charset="0"/>
              </a:rPr>
              <a:t>It will include the </a:t>
            </a:r>
            <a:r>
              <a:rPr lang="en-US" sz="2400" b="0" i="0" u="none" strike="noStrike" dirty="0">
                <a:effectLst/>
                <a:latin typeface="Open Sans" panose="020B0606030504020204" pitchFamily="34" charset="0"/>
                <a:hlinkClick r:id="rId5">
                  <a:extLst>
                    <a:ext uri="{A12FA001-AC4F-418D-AE19-62706E023703}">
                      <ahyp:hlinkClr xmlns:ahyp="http://schemas.microsoft.com/office/drawing/2018/hyperlinkcolor" val="tx"/>
                    </a:ext>
                  </a:extLst>
                </a:hlinkClick>
              </a:rPr>
              <a:t>Ecclesiastical Endorsement Questions</a:t>
            </a:r>
            <a:r>
              <a:rPr lang="en-US" sz="2400" b="0" i="0" dirty="0">
                <a:effectLst/>
                <a:latin typeface="Open Sans" panose="020B0606030504020204" pitchFamily="34" charset="0"/>
              </a:rPr>
              <a:t>. We invite you to use the ecclesiastical endorsement as an important tool for your success.</a:t>
            </a:r>
          </a:p>
        </p:txBody>
      </p:sp>
      <p:sp>
        <p:nvSpPr>
          <p:cNvPr id="24" name="Rectangle 23">
            <a:extLst>
              <a:ext uri="{FF2B5EF4-FFF2-40B4-BE49-F238E27FC236}">
                <a16:creationId xmlns:a16="http://schemas.microsoft.com/office/drawing/2014/main" id="{C15EF650-EA45-EF28-93FD-12F90FB0D84A}"/>
              </a:ext>
            </a:extLst>
          </p:cNvPr>
          <p:cNvSpPr/>
          <p:nvPr/>
        </p:nvSpPr>
        <p:spPr>
          <a:xfrm>
            <a:off x="436398" y="2016648"/>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F981AEF2-1F67-F6E1-0D86-5E965A4DA6F4}"/>
              </a:ext>
            </a:extLst>
          </p:cNvPr>
          <p:cNvSpPr>
            <a:spLocks noGrp="1"/>
          </p:cNvSpPr>
          <p:nvPr>
            <p:ph type="title"/>
          </p:nvPr>
        </p:nvSpPr>
        <p:spPr>
          <a:xfrm>
            <a:off x="541750" y="144195"/>
            <a:ext cx="12216306" cy="920616"/>
          </a:xfrm>
        </p:spPr>
        <p:txBody>
          <a:bodyPr>
            <a:normAutofit/>
          </a:bodyPr>
          <a:lstStyle/>
          <a:p>
            <a:pPr algn="ctr"/>
            <a:r>
              <a:rPr lang="en-US" sz="4000" b="1" i="0" u="none" strike="noStrike" dirty="0">
                <a:solidFill>
                  <a:srgbClr val="000000"/>
                </a:solidFill>
                <a:effectLst/>
                <a:latin typeface="Arial" panose="020B0604020202020204" pitchFamily="34" charset="0"/>
              </a:rPr>
              <a:t>Ecclesiastical Endorsement</a:t>
            </a:r>
            <a:endParaRPr lang="en-MX" sz="4000" b="1" dirty="0"/>
          </a:p>
        </p:txBody>
      </p:sp>
    </p:spTree>
    <p:extLst>
      <p:ext uri="{BB962C8B-B14F-4D97-AF65-F5344CB8AC3E}">
        <p14:creationId xmlns:p14="http://schemas.microsoft.com/office/powerpoint/2010/main" val="927740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9C3EC-B45D-1519-8BFF-723C6A7DFC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3B5046-3C1E-D92F-FFA6-86227B3658EB}"/>
              </a:ext>
            </a:extLst>
          </p:cNvPr>
          <p:cNvSpPr>
            <a:spLocks noGrp="1"/>
          </p:cNvSpPr>
          <p:nvPr>
            <p:ph type="title"/>
          </p:nvPr>
        </p:nvSpPr>
        <p:spPr>
          <a:xfrm>
            <a:off x="1203652" y="1138382"/>
            <a:ext cx="10988348" cy="920616"/>
          </a:xfrm>
        </p:spPr>
        <p:txBody>
          <a:bodyPr>
            <a:normAutofit/>
          </a:bodyPr>
          <a:lstStyle/>
          <a:p>
            <a:pPr algn="ctr"/>
            <a:r>
              <a:rPr lang="en-US" sz="3200" i="0" dirty="0">
                <a:solidFill>
                  <a:srgbClr val="212225"/>
                </a:solidFill>
                <a:effectLst/>
                <a:latin typeface="Ensign:Serif"/>
              </a:rPr>
              <a:t>Student Ecclesiastical Endorsement Questions</a:t>
            </a:r>
            <a:endParaRPr lang="en-MX" sz="3200" dirty="0"/>
          </a:p>
        </p:txBody>
      </p:sp>
      <p:grpSp>
        <p:nvGrpSpPr>
          <p:cNvPr id="9" name="Group 8">
            <a:extLst>
              <a:ext uri="{FF2B5EF4-FFF2-40B4-BE49-F238E27FC236}">
                <a16:creationId xmlns:a16="http://schemas.microsoft.com/office/drawing/2014/main" id="{5ED89E59-8C4F-6984-806D-275005B3AB81}"/>
              </a:ext>
            </a:extLst>
          </p:cNvPr>
          <p:cNvGrpSpPr/>
          <p:nvPr/>
        </p:nvGrpSpPr>
        <p:grpSpPr>
          <a:xfrm>
            <a:off x="-24306" y="0"/>
            <a:ext cx="12216306" cy="6964636"/>
            <a:chOff x="-24306" y="0"/>
            <a:chExt cx="12216306" cy="6964636"/>
          </a:xfrm>
        </p:grpSpPr>
        <p:pic>
          <p:nvPicPr>
            <p:cNvPr id="10" name="Picture 9">
              <a:extLst>
                <a:ext uri="{FF2B5EF4-FFF2-40B4-BE49-F238E27FC236}">
                  <a16:creationId xmlns:a16="http://schemas.microsoft.com/office/drawing/2014/main" id="{E86C6AF8-68F3-E7A6-3FF0-F4EDEAC45025}"/>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93598ACC-2272-5BB8-D5FC-80C6B3B1A7C9}"/>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14CAE568-70E7-42D8-0D4C-27E7CDAEEDD6}"/>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F5B97087-6276-E2C8-67CE-0AF339B767C4}"/>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15" name="TextBox 14">
            <a:extLst>
              <a:ext uri="{FF2B5EF4-FFF2-40B4-BE49-F238E27FC236}">
                <a16:creationId xmlns:a16="http://schemas.microsoft.com/office/drawing/2014/main" id="{61FB93CA-B394-FE43-7452-CA2C6D8536E1}"/>
              </a:ext>
            </a:extLst>
          </p:cNvPr>
          <p:cNvSpPr txBox="1"/>
          <p:nvPr/>
        </p:nvSpPr>
        <p:spPr>
          <a:xfrm>
            <a:off x="253288" y="2408682"/>
            <a:ext cx="11661118" cy="3416320"/>
          </a:xfrm>
          <a:prstGeom prst="rect">
            <a:avLst/>
          </a:prstGeom>
          <a:noFill/>
        </p:spPr>
        <p:txBody>
          <a:bodyPr wrap="square">
            <a:spAutoFit/>
          </a:bodyPr>
          <a:lstStyle/>
          <a:p>
            <a:pPr algn="l" fontAlgn="base">
              <a:buFont typeface="+mj-lt"/>
              <a:buAutoNum type="arabicPeriod"/>
            </a:pPr>
            <a:r>
              <a:rPr lang="en-US" sz="2400" b="0" i="0" dirty="0">
                <a:solidFill>
                  <a:srgbClr val="212225"/>
                </a:solidFill>
                <a:effectLst/>
                <a:latin typeface="Ensign:Serif"/>
              </a:rPr>
              <a:t>Are you striving to deepen your testimony of God, the Eternal Father; His Son, Jesus Christ; and the Holy Ghost?</a:t>
            </a:r>
          </a:p>
          <a:p>
            <a:pPr algn="l" fontAlgn="base">
              <a:buFont typeface="+mj-lt"/>
              <a:buAutoNum type="arabicPeriod"/>
            </a:pPr>
            <a:r>
              <a:rPr lang="en-US" sz="2400" b="0" i="0" dirty="0">
                <a:solidFill>
                  <a:srgbClr val="212225"/>
                </a:solidFill>
                <a:effectLst/>
                <a:latin typeface="Ensign:Serif"/>
              </a:rPr>
              <a:t>Are you striving to deepen your testimony of the Restoration of the gospel of Jesus Christ?</a:t>
            </a:r>
          </a:p>
          <a:p>
            <a:pPr algn="l" fontAlgn="base">
              <a:buFont typeface="+mj-lt"/>
              <a:buAutoNum type="arabicPeriod"/>
            </a:pPr>
            <a:r>
              <a:rPr lang="en-US" sz="2400" b="0" i="0" dirty="0">
                <a:solidFill>
                  <a:srgbClr val="212225"/>
                </a:solidFill>
                <a:effectLst/>
                <a:latin typeface="Ensign:Serif"/>
              </a:rPr>
              <a:t>Are you striving for moral cleanliness in your thoughts and behavior?</a:t>
            </a:r>
          </a:p>
          <a:p>
            <a:pPr algn="l" fontAlgn="base">
              <a:buFont typeface="+mj-lt"/>
              <a:buAutoNum type="arabicPeriod"/>
            </a:pPr>
            <a:r>
              <a:rPr lang="en-US" sz="2400" b="0" i="0" dirty="0">
                <a:solidFill>
                  <a:srgbClr val="212225"/>
                </a:solidFill>
                <a:effectLst/>
                <a:latin typeface="Ensign:Serif"/>
              </a:rPr>
              <a:t>Do you obey the law of chastity?</a:t>
            </a:r>
          </a:p>
          <a:p>
            <a:pPr algn="l" fontAlgn="base">
              <a:buFont typeface="+mj-lt"/>
              <a:buAutoNum type="arabicPeriod"/>
            </a:pPr>
            <a:r>
              <a:rPr lang="en-US" sz="2400" b="0" i="0" dirty="0">
                <a:solidFill>
                  <a:srgbClr val="212225"/>
                </a:solidFill>
                <a:effectLst/>
                <a:latin typeface="Ensign:Serif"/>
              </a:rPr>
              <a:t>Do you sustain the First Presidency and the Quorum of the Twelve Apostles as prophets, seers, and revelators?</a:t>
            </a:r>
          </a:p>
          <a:p>
            <a:pPr algn="l" fontAlgn="base">
              <a:buFont typeface="+mj-lt"/>
              <a:buAutoNum type="arabicPeriod"/>
            </a:pPr>
            <a:r>
              <a:rPr lang="en-US" sz="2400" b="0" i="0" dirty="0">
                <a:solidFill>
                  <a:srgbClr val="212225"/>
                </a:solidFill>
                <a:effectLst/>
                <a:latin typeface="Ensign:Serif"/>
              </a:rPr>
              <a:t>Do you support or promote any teachings, practices, or doctrine contrary to those of The Church of Jesus Christ of Latter-day Saints?</a:t>
            </a:r>
          </a:p>
        </p:txBody>
      </p:sp>
      <p:sp>
        <p:nvSpPr>
          <p:cNvPr id="24" name="Rectangle 23">
            <a:extLst>
              <a:ext uri="{FF2B5EF4-FFF2-40B4-BE49-F238E27FC236}">
                <a16:creationId xmlns:a16="http://schemas.microsoft.com/office/drawing/2014/main" id="{DF417AE4-FFF5-7E55-692C-F38B74A67AA6}"/>
              </a:ext>
            </a:extLst>
          </p:cNvPr>
          <p:cNvSpPr/>
          <p:nvPr/>
        </p:nvSpPr>
        <p:spPr>
          <a:xfrm>
            <a:off x="436398" y="2016648"/>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3" name="Title 1">
            <a:extLst>
              <a:ext uri="{FF2B5EF4-FFF2-40B4-BE49-F238E27FC236}">
                <a16:creationId xmlns:a16="http://schemas.microsoft.com/office/drawing/2014/main" id="{723D4036-E3F1-2791-4D45-0471E637120A}"/>
              </a:ext>
            </a:extLst>
          </p:cNvPr>
          <p:cNvSpPr txBox="1">
            <a:spLocks/>
          </p:cNvSpPr>
          <p:nvPr/>
        </p:nvSpPr>
        <p:spPr>
          <a:xfrm>
            <a:off x="541750" y="144195"/>
            <a:ext cx="12216306" cy="9206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a:solidFill>
                  <a:srgbClr val="000000"/>
                </a:solidFill>
                <a:latin typeface="Arial" panose="020B0604020202020204" pitchFamily="34" charset="0"/>
              </a:rPr>
              <a:t>Ecclesiastical Endorsement</a:t>
            </a:r>
            <a:endParaRPr lang="en-MX" sz="4000" b="1" dirty="0"/>
          </a:p>
        </p:txBody>
      </p:sp>
    </p:spTree>
    <p:extLst>
      <p:ext uri="{BB962C8B-B14F-4D97-AF65-F5344CB8AC3E}">
        <p14:creationId xmlns:p14="http://schemas.microsoft.com/office/powerpoint/2010/main" val="1718204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FB980-F9D5-FF53-F741-F65F5DEB18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017F78-451F-D16B-C4E5-F1609E47F114}"/>
              </a:ext>
            </a:extLst>
          </p:cNvPr>
          <p:cNvSpPr>
            <a:spLocks noGrp="1"/>
          </p:cNvSpPr>
          <p:nvPr>
            <p:ph type="title"/>
          </p:nvPr>
        </p:nvSpPr>
        <p:spPr>
          <a:xfrm>
            <a:off x="1203652" y="1043792"/>
            <a:ext cx="10988348" cy="920616"/>
          </a:xfrm>
        </p:spPr>
        <p:txBody>
          <a:bodyPr>
            <a:normAutofit/>
          </a:bodyPr>
          <a:lstStyle/>
          <a:p>
            <a:pPr algn="ctr"/>
            <a:r>
              <a:rPr lang="en-US" sz="3200" i="0" dirty="0">
                <a:solidFill>
                  <a:srgbClr val="212225"/>
                </a:solidFill>
                <a:effectLst/>
                <a:latin typeface="Ensign:Serif"/>
              </a:rPr>
              <a:t>Student Ecclesiastical Endorsement Questions</a:t>
            </a:r>
            <a:endParaRPr lang="en-MX" sz="3200" dirty="0"/>
          </a:p>
        </p:txBody>
      </p:sp>
      <p:grpSp>
        <p:nvGrpSpPr>
          <p:cNvPr id="9" name="Group 8">
            <a:extLst>
              <a:ext uri="{FF2B5EF4-FFF2-40B4-BE49-F238E27FC236}">
                <a16:creationId xmlns:a16="http://schemas.microsoft.com/office/drawing/2014/main" id="{323B7664-9102-533E-1F83-201620A76F26}"/>
              </a:ext>
            </a:extLst>
          </p:cNvPr>
          <p:cNvGrpSpPr/>
          <p:nvPr/>
        </p:nvGrpSpPr>
        <p:grpSpPr>
          <a:xfrm>
            <a:off x="-24306" y="0"/>
            <a:ext cx="12216306" cy="6964636"/>
            <a:chOff x="-24306" y="0"/>
            <a:chExt cx="12216306" cy="6964636"/>
          </a:xfrm>
        </p:grpSpPr>
        <p:pic>
          <p:nvPicPr>
            <p:cNvPr id="10" name="Picture 9">
              <a:extLst>
                <a:ext uri="{FF2B5EF4-FFF2-40B4-BE49-F238E27FC236}">
                  <a16:creationId xmlns:a16="http://schemas.microsoft.com/office/drawing/2014/main" id="{CEE20B50-C1AA-26FB-E44F-21E8E15D2E9D}"/>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64F2F101-33AB-7BC2-5C82-7E34D70232EA}"/>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C3F6A890-8654-1521-E0C1-F7FA6EC7BD14}"/>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506FD659-D066-B09F-03DE-D3E72AA7D1EF}"/>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15" name="TextBox 14">
            <a:extLst>
              <a:ext uri="{FF2B5EF4-FFF2-40B4-BE49-F238E27FC236}">
                <a16:creationId xmlns:a16="http://schemas.microsoft.com/office/drawing/2014/main" id="{517C8A7B-2DA6-C334-EF0F-7465AD749CA7}"/>
              </a:ext>
            </a:extLst>
          </p:cNvPr>
          <p:cNvSpPr txBox="1"/>
          <p:nvPr/>
        </p:nvSpPr>
        <p:spPr>
          <a:xfrm>
            <a:off x="379358" y="2114793"/>
            <a:ext cx="11387958" cy="4154984"/>
          </a:xfrm>
          <a:prstGeom prst="rect">
            <a:avLst/>
          </a:prstGeom>
          <a:noFill/>
        </p:spPr>
        <p:txBody>
          <a:bodyPr wrap="square">
            <a:spAutoFit/>
          </a:bodyPr>
          <a:lstStyle/>
          <a:p>
            <a:pPr algn="l" fontAlgn="base"/>
            <a:r>
              <a:rPr lang="en-US" sz="2400" b="0" i="0" dirty="0">
                <a:solidFill>
                  <a:srgbClr val="212225"/>
                </a:solidFill>
                <a:effectLst/>
                <a:latin typeface="Ensign:Serif"/>
              </a:rPr>
              <a:t>7. Do you regularly participate in your church meetings and strive to keep the Sabbath day holy?</a:t>
            </a:r>
          </a:p>
          <a:p>
            <a:pPr algn="l" fontAlgn="base"/>
            <a:r>
              <a:rPr lang="en-US" sz="2400" b="0" i="0" dirty="0">
                <a:solidFill>
                  <a:srgbClr val="212225"/>
                </a:solidFill>
                <a:effectLst/>
                <a:latin typeface="Ensign:Serif"/>
              </a:rPr>
              <a:t>8. Do you strive to be honest in all that you do, including keeping the commitments you have made?</a:t>
            </a:r>
          </a:p>
          <a:p>
            <a:pPr algn="l" fontAlgn="base"/>
            <a:r>
              <a:rPr lang="en-US" sz="2400" b="0" i="0" dirty="0">
                <a:solidFill>
                  <a:srgbClr val="212225"/>
                </a:solidFill>
                <a:effectLst/>
                <a:latin typeface="Ensign:Serif"/>
              </a:rPr>
              <a:t>9. The Church Educational System is supported and funded by the tithes of the Church of Jesus Christ. Are you a full-tithe payer?</a:t>
            </a:r>
          </a:p>
          <a:p>
            <a:pPr algn="l" fontAlgn="base"/>
            <a:r>
              <a:rPr lang="en-US" sz="2400" b="0" i="0" dirty="0">
                <a:solidFill>
                  <a:srgbClr val="212225"/>
                </a:solidFill>
                <a:effectLst/>
                <a:latin typeface="Ensign:Serif"/>
              </a:rPr>
              <a:t>10. Do you obey the Word of Wisdom?</a:t>
            </a:r>
          </a:p>
          <a:p>
            <a:pPr algn="l" fontAlgn="base"/>
            <a:r>
              <a:rPr lang="en-US" sz="2400" b="0" i="0" dirty="0">
                <a:solidFill>
                  <a:srgbClr val="212225"/>
                </a:solidFill>
                <a:effectLst/>
                <a:latin typeface="Ensign:Serif"/>
              </a:rPr>
              <a:t>11. Are you striving to live the teachings of the Church and keep the covenants you have made to this point in your life?</a:t>
            </a:r>
          </a:p>
          <a:p>
            <a:pPr algn="l" fontAlgn="base"/>
            <a:r>
              <a:rPr lang="en-US" sz="2400" b="0" i="0" dirty="0">
                <a:solidFill>
                  <a:srgbClr val="212225"/>
                </a:solidFill>
                <a:effectLst/>
                <a:latin typeface="Ensign:Serif"/>
              </a:rPr>
              <a:t>12. Are there serious sins in your life that need to be resolved with priesthood authorities as part of your repentance?</a:t>
            </a:r>
          </a:p>
        </p:txBody>
      </p:sp>
      <p:sp>
        <p:nvSpPr>
          <p:cNvPr id="24" name="Rectangle 23">
            <a:extLst>
              <a:ext uri="{FF2B5EF4-FFF2-40B4-BE49-F238E27FC236}">
                <a16:creationId xmlns:a16="http://schemas.microsoft.com/office/drawing/2014/main" id="{7A5EF1D6-9538-AACE-8BE9-7C4EC04186BD}"/>
              </a:ext>
            </a:extLst>
          </p:cNvPr>
          <p:cNvSpPr/>
          <p:nvPr/>
        </p:nvSpPr>
        <p:spPr>
          <a:xfrm>
            <a:off x="436398" y="1911545"/>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3" name="Title 1">
            <a:extLst>
              <a:ext uri="{FF2B5EF4-FFF2-40B4-BE49-F238E27FC236}">
                <a16:creationId xmlns:a16="http://schemas.microsoft.com/office/drawing/2014/main" id="{B1ABB0BF-6E4D-2058-BD2A-280FFE89826C}"/>
              </a:ext>
            </a:extLst>
          </p:cNvPr>
          <p:cNvSpPr txBox="1">
            <a:spLocks/>
          </p:cNvSpPr>
          <p:nvPr/>
        </p:nvSpPr>
        <p:spPr>
          <a:xfrm>
            <a:off x="541750" y="144195"/>
            <a:ext cx="12216306" cy="9206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a:solidFill>
                  <a:srgbClr val="000000"/>
                </a:solidFill>
                <a:latin typeface="Arial" panose="020B0604020202020204" pitchFamily="34" charset="0"/>
              </a:rPr>
              <a:t>Ecclesiastical Endorsement</a:t>
            </a:r>
            <a:endParaRPr lang="en-MX" sz="4000" b="1" dirty="0"/>
          </a:p>
        </p:txBody>
      </p:sp>
    </p:spTree>
    <p:extLst>
      <p:ext uri="{BB962C8B-B14F-4D97-AF65-F5344CB8AC3E}">
        <p14:creationId xmlns:p14="http://schemas.microsoft.com/office/powerpoint/2010/main" val="2022356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17F0E-4C3B-D1A9-A693-F8F47A6A025B}"/>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23AFAC25-4624-C22C-FFCC-70061A242920}"/>
              </a:ext>
            </a:extLst>
          </p:cNvPr>
          <p:cNvGrpSpPr/>
          <p:nvPr/>
        </p:nvGrpSpPr>
        <p:grpSpPr>
          <a:xfrm>
            <a:off x="-24306" y="0"/>
            <a:ext cx="12216306" cy="6964636"/>
            <a:chOff x="-24306" y="0"/>
            <a:chExt cx="12216306" cy="6964636"/>
          </a:xfrm>
        </p:grpSpPr>
        <p:pic>
          <p:nvPicPr>
            <p:cNvPr id="10" name="Picture 9">
              <a:extLst>
                <a:ext uri="{FF2B5EF4-FFF2-40B4-BE49-F238E27FC236}">
                  <a16:creationId xmlns:a16="http://schemas.microsoft.com/office/drawing/2014/main" id="{91E50FA6-654B-BAE6-D4D3-B8CA6046F8E6}"/>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5BF0E867-CF44-6680-8FBE-73D0FFC1938B}"/>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54D3231F-E0F3-43E0-8853-F9D735B479AF}"/>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3EF42DC7-8EFB-F5BB-4349-25913BD27590}"/>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15" name="TextBox 14">
            <a:extLst>
              <a:ext uri="{FF2B5EF4-FFF2-40B4-BE49-F238E27FC236}">
                <a16:creationId xmlns:a16="http://schemas.microsoft.com/office/drawing/2014/main" id="{A5715A32-25A9-3569-935E-732212161F1A}"/>
              </a:ext>
            </a:extLst>
          </p:cNvPr>
          <p:cNvSpPr txBox="1"/>
          <p:nvPr/>
        </p:nvSpPr>
        <p:spPr>
          <a:xfrm>
            <a:off x="322134" y="1899689"/>
            <a:ext cx="11387958" cy="4308872"/>
          </a:xfrm>
          <a:prstGeom prst="rect">
            <a:avLst/>
          </a:prstGeom>
          <a:noFill/>
        </p:spPr>
        <p:txBody>
          <a:bodyPr wrap="square">
            <a:spAutoFit/>
          </a:bodyPr>
          <a:lstStyle/>
          <a:p>
            <a:pPr algn="l"/>
            <a:r>
              <a:rPr lang="en-US" sz="2400" b="0" i="0" u="none" strike="noStrike" dirty="0">
                <a:solidFill>
                  <a:srgbClr val="000000"/>
                </a:solidFill>
                <a:effectLst/>
                <a:highlight>
                  <a:srgbClr val="FFFF00"/>
                </a:highlight>
                <a:latin typeface="Open Sans" panose="020B0606030504020204" pitchFamily="34" charset="0"/>
                <a:ea typeface="Open Sans" panose="020B0606030504020204" pitchFamily="34" charset="0"/>
                <a:cs typeface="Open Sans" panose="020B0606030504020204" pitchFamily="34" charset="0"/>
              </a:rPr>
              <a:t>You won’t be able to start the endorsement process yet, but you will later this year.</a:t>
            </a:r>
          </a:p>
          <a:p>
            <a:pPr algn="l"/>
            <a:endParaRPr lang="en-US" sz="10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endParaRPr>
          </a:p>
          <a:p>
            <a:pPr rtl="0" fontAlgn="base">
              <a:spcBef>
                <a:spcPts val="0"/>
              </a:spcBef>
              <a:spcAft>
                <a:spcPts val="0"/>
              </a:spcAft>
              <a:buFont typeface="+mj-lt"/>
              <a:buAutoNum type="arabicPeriod"/>
            </a:pPr>
            <a:r>
              <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Do everything you can starting now to live the honor code.</a:t>
            </a:r>
          </a:p>
          <a:p>
            <a:pPr rtl="0" fontAlgn="base">
              <a:spcBef>
                <a:spcPts val="0"/>
              </a:spcBef>
              <a:spcAft>
                <a:spcPts val="0"/>
              </a:spcAft>
              <a:buFont typeface="+mj-lt"/>
              <a:buAutoNum type="arabicPeriod"/>
            </a:pPr>
            <a:r>
              <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Obtain an interview appointment with your bishop.</a:t>
            </a:r>
          </a:p>
          <a:p>
            <a:pPr rtl="0" fontAlgn="base">
              <a:spcBef>
                <a:spcPts val="0"/>
              </a:spcBef>
              <a:spcAft>
                <a:spcPts val="0"/>
              </a:spcAft>
              <a:buFont typeface="+mj-lt"/>
              <a:buAutoNum type="arabicPeriod"/>
            </a:pPr>
            <a:r>
              <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When you meet with the bishop, inform him that there is an ecclesiastical endorsement waiting for him to complete. He accesses it online.</a:t>
            </a:r>
          </a:p>
          <a:p>
            <a:pPr rtl="0" fontAlgn="base">
              <a:spcBef>
                <a:spcPts val="0"/>
              </a:spcBef>
              <a:spcAft>
                <a:spcPts val="0"/>
              </a:spcAft>
              <a:buFont typeface="+mj-lt"/>
              <a:buAutoNum type="arabicPeriod"/>
            </a:pPr>
            <a:r>
              <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After the bishop completes his portion, you then obtain an interview appointment with a member of the stake presidency.</a:t>
            </a:r>
          </a:p>
          <a:p>
            <a:pPr rtl="0" fontAlgn="base">
              <a:spcBef>
                <a:spcPts val="0"/>
              </a:spcBef>
              <a:spcAft>
                <a:spcPts val="0"/>
              </a:spcAft>
              <a:buFont typeface="+mj-lt"/>
              <a:buAutoNum type="arabicPeriod"/>
            </a:pPr>
            <a:r>
              <a:rPr lang="en-US" sz="24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When you meet with the member of the stake presidency, inform him that there is an ecclesiastical endorsement waiting for him to complete. He accesses it online.</a:t>
            </a:r>
          </a:p>
        </p:txBody>
      </p:sp>
      <p:sp>
        <p:nvSpPr>
          <p:cNvPr id="24" name="Rectangle 23">
            <a:extLst>
              <a:ext uri="{FF2B5EF4-FFF2-40B4-BE49-F238E27FC236}">
                <a16:creationId xmlns:a16="http://schemas.microsoft.com/office/drawing/2014/main" id="{F8D04865-C345-F785-3935-89E4A44CC56B}"/>
              </a:ext>
            </a:extLst>
          </p:cNvPr>
          <p:cNvSpPr/>
          <p:nvPr/>
        </p:nvSpPr>
        <p:spPr>
          <a:xfrm>
            <a:off x="436398" y="1776231"/>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3" name="Title 1">
            <a:extLst>
              <a:ext uri="{FF2B5EF4-FFF2-40B4-BE49-F238E27FC236}">
                <a16:creationId xmlns:a16="http://schemas.microsoft.com/office/drawing/2014/main" id="{5FAC00D1-5F48-D32B-1269-F00D2548DCEC}"/>
              </a:ext>
            </a:extLst>
          </p:cNvPr>
          <p:cNvSpPr txBox="1">
            <a:spLocks/>
          </p:cNvSpPr>
          <p:nvPr/>
        </p:nvSpPr>
        <p:spPr>
          <a:xfrm>
            <a:off x="541750" y="144195"/>
            <a:ext cx="12216306" cy="9206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a:solidFill>
                  <a:srgbClr val="000000"/>
                </a:solidFill>
                <a:latin typeface="Arial" panose="020B0604020202020204" pitchFamily="34" charset="0"/>
              </a:rPr>
              <a:t>Ecclesiastical Endorsement</a:t>
            </a:r>
            <a:endParaRPr lang="en-MX" sz="4000" b="1" dirty="0"/>
          </a:p>
        </p:txBody>
      </p:sp>
    </p:spTree>
    <p:extLst>
      <p:ext uri="{BB962C8B-B14F-4D97-AF65-F5344CB8AC3E}">
        <p14:creationId xmlns:p14="http://schemas.microsoft.com/office/powerpoint/2010/main" val="880080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BC0ABCE-788D-A574-D831-23AF9C524ADC}"/>
              </a:ext>
            </a:extLst>
          </p:cNvPr>
          <p:cNvGrpSpPr/>
          <p:nvPr/>
        </p:nvGrpSpPr>
        <p:grpSpPr>
          <a:xfrm>
            <a:off x="-24306" y="0"/>
            <a:ext cx="12216306" cy="6964636"/>
            <a:chOff x="-24306" y="0"/>
            <a:chExt cx="12216306" cy="6964636"/>
          </a:xfrm>
        </p:grpSpPr>
        <p:pic>
          <p:nvPicPr>
            <p:cNvPr id="10" name="Picture 9">
              <a:extLst>
                <a:ext uri="{FF2B5EF4-FFF2-40B4-BE49-F238E27FC236}">
                  <a16:creationId xmlns:a16="http://schemas.microsoft.com/office/drawing/2014/main" id="{973155AC-5644-19F7-3124-06BBD0E2FBA8}"/>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EE2FBC8F-DB7D-9A8C-95D9-EA21C7EB86FB}"/>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BCD19AF2-0CF7-4716-3543-2CB1ABAE9C92}"/>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DE19F30A-C277-153E-9C95-38A1926F483D}"/>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24" name="Rectangle 23">
            <a:extLst>
              <a:ext uri="{FF2B5EF4-FFF2-40B4-BE49-F238E27FC236}">
                <a16:creationId xmlns:a16="http://schemas.microsoft.com/office/drawing/2014/main" id="{C15EF650-EA45-EF28-93FD-12F90FB0D84A}"/>
              </a:ext>
            </a:extLst>
          </p:cNvPr>
          <p:cNvSpPr/>
          <p:nvPr/>
        </p:nvSpPr>
        <p:spPr>
          <a:xfrm>
            <a:off x="436396" y="1826491"/>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 name="TextBox 3">
            <a:extLst>
              <a:ext uri="{FF2B5EF4-FFF2-40B4-BE49-F238E27FC236}">
                <a16:creationId xmlns:a16="http://schemas.microsoft.com/office/drawing/2014/main" id="{B0EA1CD7-BED2-1FE4-0576-AB73A3EF6C0B}"/>
              </a:ext>
            </a:extLst>
          </p:cNvPr>
          <p:cNvSpPr txBox="1"/>
          <p:nvPr/>
        </p:nvSpPr>
        <p:spPr>
          <a:xfrm>
            <a:off x="3654971" y="180907"/>
            <a:ext cx="7436071" cy="707886"/>
          </a:xfrm>
          <a:prstGeom prst="rect">
            <a:avLst/>
          </a:prstGeom>
          <a:noFill/>
        </p:spPr>
        <p:txBody>
          <a:bodyPr wrap="square">
            <a:spAutoFit/>
          </a:bodyPr>
          <a:lstStyle/>
          <a:p>
            <a:r>
              <a:rPr lang="en-US" sz="4000" b="1" i="0" u="none" strike="noStrike" dirty="0">
                <a:solidFill>
                  <a:srgbClr val="000000"/>
                </a:solidFill>
                <a:effectLst/>
                <a:latin typeface="Arial" panose="020B0604020202020204" pitchFamily="34" charset="0"/>
              </a:rPr>
              <a:t>Being a Good Steward</a:t>
            </a:r>
            <a:endParaRPr lang="en-MX" sz="4000" b="1" dirty="0">
              <a:latin typeface="+mj-lt"/>
              <a:ea typeface="+mj-ea"/>
              <a:cs typeface="+mj-cs"/>
            </a:endParaRPr>
          </a:p>
        </p:txBody>
      </p:sp>
      <p:sp>
        <p:nvSpPr>
          <p:cNvPr id="3" name="TextBox 2">
            <a:extLst>
              <a:ext uri="{FF2B5EF4-FFF2-40B4-BE49-F238E27FC236}">
                <a16:creationId xmlns:a16="http://schemas.microsoft.com/office/drawing/2014/main" id="{A1CE7EC9-5BCA-B4B4-9C58-75BF5D7AE781}"/>
              </a:ext>
            </a:extLst>
          </p:cNvPr>
          <p:cNvSpPr txBox="1"/>
          <p:nvPr/>
        </p:nvSpPr>
        <p:spPr>
          <a:xfrm>
            <a:off x="275788" y="2227147"/>
            <a:ext cx="11640424" cy="3785652"/>
          </a:xfrm>
          <a:prstGeom prst="rect">
            <a:avLst/>
          </a:prstGeom>
          <a:noFill/>
        </p:spPr>
        <p:txBody>
          <a:bodyPr wrap="square">
            <a:spAutoFit/>
          </a:bodyPr>
          <a:lstStyle/>
          <a:p>
            <a:pPr algn="l" fontAlgn="base"/>
            <a:r>
              <a:rPr lang="en-US" sz="2000" b="1" i="0" dirty="0">
                <a:effectLst/>
                <a:latin typeface="Open Sans" panose="020B0606030504020204" pitchFamily="34" charset="0"/>
                <a:ea typeface="Open Sans" panose="020B0606030504020204" pitchFamily="34" charset="0"/>
                <a:cs typeface="Open Sans" panose="020B0606030504020204" pitchFamily="34" charset="0"/>
              </a:rPr>
              <a:t>14 </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For </a:t>
            </a:r>
            <a:r>
              <a:rPr lang="en-US" sz="2000" b="0" i="1" dirty="0">
                <a:effectLst/>
                <a:latin typeface="Open Sans" panose="020B0606030504020204" pitchFamily="34" charset="0"/>
                <a:ea typeface="Open Sans" panose="020B0606030504020204" pitchFamily="34" charset="0"/>
                <a:cs typeface="Open Sans" panose="020B0606030504020204" pitchFamily="34" charset="0"/>
              </a:rPr>
              <a:t>the kingdom of heaven is</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 as a man travelling into a far country, </a:t>
            </a:r>
            <a:r>
              <a:rPr lang="en-US" sz="2000" b="0" i="1" dirty="0">
                <a:effectLst/>
                <a:latin typeface="Open Sans" panose="020B0606030504020204" pitchFamily="34" charset="0"/>
                <a:ea typeface="Open Sans" panose="020B0606030504020204" pitchFamily="34" charset="0"/>
                <a:cs typeface="Open Sans" panose="020B0606030504020204" pitchFamily="34" charset="0"/>
              </a:rPr>
              <a:t>who</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 called his own servants, and delivered unto them his goods.</a:t>
            </a:r>
          </a:p>
          <a:p>
            <a:pPr algn="l" fontAlgn="base"/>
            <a:r>
              <a:rPr lang="en-US" sz="2000" b="1" i="0" dirty="0">
                <a:effectLst/>
                <a:latin typeface="Open Sans" panose="020B0606030504020204" pitchFamily="34" charset="0"/>
                <a:ea typeface="Open Sans" panose="020B0606030504020204" pitchFamily="34" charset="0"/>
                <a:cs typeface="Open Sans" panose="020B0606030504020204" pitchFamily="34" charset="0"/>
              </a:rPr>
              <a:t>15 </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And unto </a:t>
            </a:r>
            <a:r>
              <a:rPr lang="en-US" sz="2000" b="0" i="0"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rPr>
              <a:t>one he </a:t>
            </a:r>
            <a:r>
              <a:rPr lang="en-US" sz="2000" b="0" i="0" u="none" strike="noStrike"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hlinkClick r:id="rId5"/>
              </a:rPr>
              <a:t>gave</a:t>
            </a:r>
            <a:r>
              <a:rPr lang="en-US" sz="2000" b="0" i="0"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rPr>
              <a:t> five </a:t>
            </a:r>
            <a:r>
              <a:rPr lang="en-US" sz="2000" b="0" i="0" u="none" strike="noStrike"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hlinkClick r:id="rId6"/>
              </a:rPr>
              <a:t>talents</a:t>
            </a:r>
            <a:r>
              <a:rPr lang="en-US" sz="2000" b="0" i="0"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rPr>
              <a:t>, to another two, and to another one</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 to </a:t>
            </a:r>
            <a:r>
              <a:rPr lang="en-US" sz="2000" b="0" i="0"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rPr>
              <a:t>every man according to his several ability</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 and straightway took his journey.</a:t>
            </a:r>
          </a:p>
          <a:p>
            <a:pPr algn="l" fontAlgn="base"/>
            <a:r>
              <a:rPr lang="en-US" sz="2000" b="1" i="0" dirty="0">
                <a:effectLst/>
                <a:latin typeface="Open Sans" panose="020B0606030504020204" pitchFamily="34" charset="0"/>
                <a:ea typeface="Open Sans" panose="020B0606030504020204" pitchFamily="34" charset="0"/>
                <a:cs typeface="Open Sans" panose="020B0606030504020204" pitchFamily="34" charset="0"/>
              </a:rPr>
              <a:t>16 </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Then he that had received the five talents went and traded with the same, and made </a:t>
            </a:r>
            <a:r>
              <a:rPr lang="en-US" sz="2000" b="0" i="1" dirty="0">
                <a:effectLst/>
                <a:latin typeface="Open Sans" panose="020B0606030504020204" pitchFamily="34" charset="0"/>
                <a:ea typeface="Open Sans" panose="020B0606030504020204" pitchFamily="34" charset="0"/>
                <a:cs typeface="Open Sans" panose="020B0606030504020204" pitchFamily="34" charset="0"/>
              </a:rPr>
              <a:t>them</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 other five talents.</a:t>
            </a:r>
          </a:p>
          <a:p>
            <a:pPr algn="l" fontAlgn="base"/>
            <a:r>
              <a:rPr lang="en-US" sz="2000" b="1" i="0" dirty="0">
                <a:effectLst/>
                <a:latin typeface="Open Sans" panose="020B0606030504020204" pitchFamily="34" charset="0"/>
                <a:ea typeface="Open Sans" panose="020B0606030504020204" pitchFamily="34" charset="0"/>
                <a:cs typeface="Open Sans" panose="020B0606030504020204" pitchFamily="34" charset="0"/>
              </a:rPr>
              <a:t>17 </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And likewise he that </a:t>
            </a:r>
            <a:r>
              <a:rPr lang="en-US" sz="2000" b="0" i="1" dirty="0">
                <a:effectLst/>
                <a:latin typeface="Open Sans" panose="020B0606030504020204" pitchFamily="34" charset="0"/>
                <a:ea typeface="Open Sans" panose="020B0606030504020204" pitchFamily="34" charset="0"/>
                <a:cs typeface="Open Sans" panose="020B0606030504020204" pitchFamily="34" charset="0"/>
              </a:rPr>
              <a:t>had received</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 two, he also gained other two.</a:t>
            </a:r>
          </a:p>
          <a:p>
            <a:pPr algn="l" fontAlgn="base"/>
            <a:r>
              <a:rPr lang="en-US" sz="2000" b="1" i="0" dirty="0">
                <a:effectLst/>
                <a:latin typeface="Open Sans" panose="020B0606030504020204" pitchFamily="34" charset="0"/>
                <a:ea typeface="Open Sans" panose="020B0606030504020204" pitchFamily="34" charset="0"/>
                <a:cs typeface="Open Sans" panose="020B0606030504020204" pitchFamily="34" charset="0"/>
              </a:rPr>
              <a:t>18 </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But he that had received one went and </a:t>
            </a:r>
            <a:r>
              <a:rPr lang="en-US" sz="2000" b="0" i="0" dirty="0" err="1">
                <a:effectLst/>
                <a:highlight>
                  <a:srgbClr val="FFFF00"/>
                </a:highlight>
                <a:latin typeface="Open Sans" panose="020B0606030504020204" pitchFamily="34" charset="0"/>
                <a:ea typeface="Open Sans" panose="020B0606030504020204" pitchFamily="34" charset="0"/>
                <a:cs typeface="Open Sans" panose="020B0606030504020204" pitchFamily="34" charset="0"/>
              </a:rPr>
              <a:t>digged</a:t>
            </a:r>
            <a:r>
              <a:rPr lang="en-US" sz="2000" b="0" i="0"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rPr>
              <a:t> in the earth, and hid his lord’s money.</a:t>
            </a:r>
          </a:p>
          <a:p>
            <a:pPr algn="l" fontAlgn="base"/>
            <a:r>
              <a:rPr lang="en-US" sz="2000" b="1" i="0" dirty="0">
                <a:effectLst/>
                <a:latin typeface="Open Sans" panose="020B0606030504020204" pitchFamily="34" charset="0"/>
                <a:ea typeface="Open Sans" panose="020B0606030504020204" pitchFamily="34" charset="0"/>
                <a:cs typeface="Open Sans" panose="020B0606030504020204" pitchFamily="34" charset="0"/>
              </a:rPr>
              <a:t>19 </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After a long time the lord of those servants cometh, and </a:t>
            </a:r>
            <a:r>
              <a:rPr lang="en-US" sz="2000" b="0" i="0" u="none" strike="noStrike" dirty="0">
                <a:effectLst/>
                <a:latin typeface="Open Sans" panose="020B0606030504020204" pitchFamily="34" charset="0"/>
                <a:ea typeface="Open Sans" panose="020B0606030504020204" pitchFamily="34" charset="0"/>
                <a:cs typeface="Open Sans" panose="020B0606030504020204" pitchFamily="34" charset="0"/>
                <a:hlinkClick r:id="rId7"/>
              </a:rPr>
              <a:t>reckoneth</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 with them.</a:t>
            </a:r>
          </a:p>
          <a:p>
            <a:pPr algn="l" fontAlgn="base"/>
            <a:r>
              <a:rPr lang="en-US" sz="2000" b="1" i="0" dirty="0">
                <a:effectLst/>
                <a:latin typeface="Open Sans" panose="020B0606030504020204" pitchFamily="34" charset="0"/>
                <a:ea typeface="Open Sans" panose="020B0606030504020204" pitchFamily="34" charset="0"/>
                <a:cs typeface="Open Sans" panose="020B0606030504020204" pitchFamily="34" charset="0"/>
              </a:rPr>
              <a:t>20 </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And so he that had received five talents came and brought other five talents, saying, Lord, thou </a:t>
            </a:r>
            <a:r>
              <a:rPr lang="en-US" sz="2000" b="0" i="0" u="none" strike="noStrike" dirty="0">
                <a:effectLst/>
                <a:latin typeface="Open Sans" panose="020B0606030504020204" pitchFamily="34" charset="0"/>
                <a:ea typeface="Open Sans" panose="020B0606030504020204" pitchFamily="34" charset="0"/>
                <a:cs typeface="Open Sans" panose="020B0606030504020204" pitchFamily="34" charset="0"/>
                <a:hlinkClick r:id="rId8"/>
              </a:rPr>
              <a:t>deliveredst</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 unto me five talents: behold, I have gained beside them five talents more.</a:t>
            </a:r>
          </a:p>
          <a:p>
            <a:pPr algn="l" fontAlgn="base"/>
            <a:endParaRPr lang="en-US" sz="2000" b="0" i="0" dirty="0">
              <a:effectLst/>
              <a:latin typeface="Open Sans" panose="020B0606030504020204" pitchFamily="34" charset="0"/>
              <a:ea typeface="Open Sans" panose="020B0606030504020204" pitchFamily="34" charset="0"/>
              <a:cs typeface="Open Sans" panose="020B0606030504020204" pitchFamily="34" charset="0"/>
            </a:endParaRPr>
          </a:p>
        </p:txBody>
      </p:sp>
      <p:sp>
        <p:nvSpPr>
          <p:cNvPr id="16" name="TextBox 15">
            <a:extLst>
              <a:ext uri="{FF2B5EF4-FFF2-40B4-BE49-F238E27FC236}">
                <a16:creationId xmlns:a16="http://schemas.microsoft.com/office/drawing/2014/main" id="{32793251-BBD0-5DA4-C1FF-1777AE9E2E7D}"/>
              </a:ext>
            </a:extLst>
          </p:cNvPr>
          <p:cNvSpPr txBox="1"/>
          <p:nvPr/>
        </p:nvSpPr>
        <p:spPr>
          <a:xfrm>
            <a:off x="2833333" y="1153276"/>
            <a:ext cx="9222611" cy="523220"/>
          </a:xfrm>
          <a:prstGeom prst="rect">
            <a:avLst/>
          </a:prstGeom>
          <a:noFill/>
        </p:spPr>
        <p:txBody>
          <a:bodyPr wrap="square">
            <a:spAutoFit/>
          </a:bodyPr>
          <a:lstStyle/>
          <a:p>
            <a:r>
              <a:rPr lang="en-US" sz="2800" dirty="0">
                <a:solidFill>
                  <a:srgbClr val="000000"/>
                </a:solidFill>
                <a:latin typeface="Open Sans" panose="020B0606030504020204" pitchFamily="34" charset="0"/>
                <a:ea typeface="Open Sans" panose="020B0606030504020204" pitchFamily="34" charset="0"/>
                <a:cs typeface="Open Sans" panose="020B0606030504020204" pitchFamily="34" charset="0"/>
              </a:rPr>
              <a:t>T</a:t>
            </a:r>
            <a:r>
              <a:rPr lang="en-US" sz="28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he parable of the talents (Matthew 25:14-30)</a:t>
            </a:r>
            <a:endParaRPr lang="en-MX" sz="28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9867688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41EA8-DFC0-A0B3-ED8A-46E4141A4513}"/>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C820BA0B-5054-341C-34EA-0522F0011441}"/>
              </a:ext>
            </a:extLst>
          </p:cNvPr>
          <p:cNvGrpSpPr/>
          <p:nvPr/>
        </p:nvGrpSpPr>
        <p:grpSpPr>
          <a:xfrm>
            <a:off x="-24306" y="0"/>
            <a:ext cx="12216306" cy="6964636"/>
            <a:chOff x="-24306" y="0"/>
            <a:chExt cx="12216306" cy="6964636"/>
          </a:xfrm>
        </p:grpSpPr>
        <p:pic>
          <p:nvPicPr>
            <p:cNvPr id="10" name="Picture 9">
              <a:extLst>
                <a:ext uri="{FF2B5EF4-FFF2-40B4-BE49-F238E27FC236}">
                  <a16:creationId xmlns:a16="http://schemas.microsoft.com/office/drawing/2014/main" id="{8FBF55B2-A027-C451-701E-936287A40752}"/>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8E6985F8-CD30-FC6E-D37D-CCACFE03CFB6}"/>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E5AA692F-AB96-74BD-5AAC-CE3E544FC1B4}"/>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C9F24684-3AE4-C439-A751-F37A1AE9F511}"/>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24" name="Rectangle 23">
            <a:extLst>
              <a:ext uri="{FF2B5EF4-FFF2-40B4-BE49-F238E27FC236}">
                <a16:creationId xmlns:a16="http://schemas.microsoft.com/office/drawing/2014/main" id="{9DA15704-73B6-753F-73F6-34DE6C492BEB}"/>
              </a:ext>
            </a:extLst>
          </p:cNvPr>
          <p:cNvSpPr/>
          <p:nvPr/>
        </p:nvSpPr>
        <p:spPr>
          <a:xfrm>
            <a:off x="436396" y="1794961"/>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extBox 1">
            <a:extLst>
              <a:ext uri="{FF2B5EF4-FFF2-40B4-BE49-F238E27FC236}">
                <a16:creationId xmlns:a16="http://schemas.microsoft.com/office/drawing/2014/main" id="{DFB1EB2D-CE9A-02C3-E1C3-9CB90BF0EF18}"/>
              </a:ext>
            </a:extLst>
          </p:cNvPr>
          <p:cNvSpPr txBox="1"/>
          <p:nvPr/>
        </p:nvSpPr>
        <p:spPr>
          <a:xfrm>
            <a:off x="276306" y="2330055"/>
            <a:ext cx="11639387" cy="3170099"/>
          </a:xfrm>
          <a:prstGeom prst="rect">
            <a:avLst/>
          </a:prstGeom>
          <a:noFill/>
        </p:spPr>
        <p:txBody>
          <a:bodyPr wrap="square">
            <a:spAutoFit/>
          </a:bodyPr>
          <a:lstStyle/>
          <a:p>
            <a:pPr algn="l" fontAlgn="base"/>
            <a:r>
              <a:rPr lang="en-US" sz="2000" b="1" i="0" dirty="0">
                <a:effectLst/>
                <a:latin typeface="Open Sans" panose="020B0606030504020204" pitchFamily="34" charset="0"/>
                <a:ea typeface="Open Sans" panose="020B0606030504020204" pitchFamily="34" charset="0"/>
                <a:cs typeface="Open Sans" panose="020B0606030504020204" pitchFamily="34" charset="0"/>
              </a:rPr>
              <a:t>21 </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His lord said unto him, Well done, </a:t>
            </a:r>
            <a:r>
              <a:rPr lang="en-US" sz="2000" b="0" i="1" dirty="0">
                <a:effectLst/>
                <a:latin typeface="Open Sans" panose="020B0606030504020204" pitchFamily="34" charset="0"/>
                <a:ea typeface="Open Sans" panose="020B0606030504020204" pitchFamily="34" charset="0"/>
                <a:cs typeface="Open Sans" panose="020B0606030504020204" pitchFamily="34" charset="0"/>
              </a:rPr>
              <a:t>thou</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 good and faithful </a:t>
            </a:r>
            <a:r>
              <a:rPr lang="en-US" sz="2000" b="0" i="0" u="none" strike="noStrike" dirty="0">
                <a:effectLst/>
                <a:latin typeface="Open Sans" panose="020B0606030504020204" pitchFamily="34" charset="0"/>
                <a:ea typeface="Open Sans" panose="020B0606030504020204" pitchFamily="34" charset="0"/>
                <a:cs typeface="Open Sans" panose="020B0606030504020204" pitchFamily="34" charset="0"/>
                <a:hlinkClick r:id="rId5"/>
              </a:rPr>
              <a:t>servant</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 thou hast been </a:t>
            </a:r>
            <a:r>
              <a:rPr lang="en-US" sz="2000" b="0" i="0" u="none" strike="noStrike" dirty="0">
                <a:effectLst/>
                <a:latin typeface="Open Sans" panose="020B0606030504020204" pitchFamily="34" charset="0"/>
                <a:ea typeface="Open Sans" panose="020B0606030504020204" pitchFamily="34" charset="0"/>
                <a:cs typeface="Open Sans" panose="020B0606030504020204" pitchFamily="34" charset="0"/>
                <a:hlinkClick r:id="rId6"/>
              </a:rPr>
              <a:t>faithful</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 over a few things, I will make thee </a:t>
            </a:r>
            <a:r>
              <a:rPr lang="en-US" sz="2000" b="0" i="0" u="none" strike="noStrike" dirty="0">
                <a:effectLst/>
                <a:latin typeface="Open Sans" panose="020B0606030504020204" pitchFamily="34" charset="0"/>
                <a:ea typeface="Open Sans" panose="020B0606030504020204" pitchFamily="34" charset="0"/>
                <a:cs typeface="Open Sans" panose="020B0606030504020204" pitchFamily="34" charset="0"/>
                <a:hlinkClick r:id="rId7"/>
              </a:rPr>
              <a:t>ruler</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 over many things: enter thou into the </a:t>
            </a:r>
            <a:r>
              <a:rPr lang="en-US" sz="2000" b="0" i="0" u="none" strike="noStrike" dirty="0">
                <a:effectLst/>
                <a:latin typeface="Open Sans" panose="020B0606030504020204" pitchFamily="34" charset="0"/>
                <a:ea typeface="Open Sans" panose="020B0606030504020204" pitchFamily="34" charset="0"/>
                <a:cs typeface="Open Sans" panose="020B0606030504020204" pitchFamily="34" charset="0"/>
                <a:hlinkClick r:id="rId8"/>
              </a:rPr>
              <a:t>joy</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 of thy lord.</a:t>
            </a:r>
          </a:p>
          <a:p>
            <a:pPr algn="l" fontAlgn="base"/>
            <a:r>
              <a:rPr lang="en-US" sz="2000" b="0" i="0" dirty="0">
                <a:effectLst/>
                <a:latin typeface="Open Sans" panose="020B0606030504020204" pitchFamily="34" charset="0"/>
                <a:ea typeface="Open Sans" panose="020B0606030504020204" pitchFamily="34" charset="0"/>
                <a:cs typeface="Open Sans" panose="020B0606030504020204" pitchFamily="34" charset="0"/>
              </a:rPr>
              <a:t>outer darkness: there shall be weeping and gnashing of teeth.</a:t>
            </a:r>
            <a:endParaRPr lang="en-US" sz="2000" b="1" i="0" dirty="0">
              <a:effectLst/>
              <a:latin typeface="Open Sans" panose="020B0606030504020204" pitchFamily="34" charset="0"/>
              <a:ea typeface="Open Sans" panose="020B0606030504020204" pitchFamily="34" charset="0"/>
              <a:cs typeface="Open Sans" panose="020B0606030504020204" pitchFamily="34" charset="0"/>
            </a:endParaRPr>
          </a:p>
          <a:p>
            <a:pPr algn="l" fontAlgn="base"/>
            <a:r>
              <a:rPr lang="en-US" sz="2000" b="1" i="0" dirty="0">
                <a:effectLst/>
                <a:latin typeface="Open Sans" panose="020B0606030504020204" pitchFamily="34" charset="0"/>
                <a:ea typeface="Open Sans" panose="020B0606030504020204" pitchFamily="34" charset="0"/>
                <a:cs typeface="Open Sans" panose="020B0606030504020204" pitchFamily="34" charset="0"/>
              </a:rPr>
              <a:t>22 </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He also that had received two talents came and said, Lord, thou </a:t>
            </a:r>
            <a:r>
              <a:rPr lang="en-US" sz="2000" b="0" i="0" dirty="0" err="1">
                <a:effectLst/>
                <a:latin typeface="Open Sans" panose="020B0606030504020204" pitchFamily="34" charset="0"/>
                <a:ea typeface="Open Sans" panose="020B0606030504020204" pitchFamily="34" charset="0"/>
                <a:cs typeface="Open Sans" panose="020B0606030504020204" pitchFamily="34" charset="0"/>
              </a:rPr>
              <a:t>deliveredst</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 unto me two talents: behold, I have gained two other talents beside them.</a:t>
            </a:r>
          </a:p>
          <a:p>
            <a:pPr algn="l" fontAlgn="base"/>
            <a:r>
              <a:rPr lang="en-US" sz="2000" b="1" i="0" dirty="0">
                <a:effectLst/>
                <a:latin typeface="Open Sans" panose="020B0606030504020204" pitchFamily="34" charset="0"/>
                <a:ea typeface="Open Sans" panose="020B0606030504020204" pitchFamily="34" charset="0"/>
                <a:cs typeface="Open Sans" panose="020B0606030504020204" pitchFamily="34" charset="0"/>
              </a:rPr>
              <a:t>23 </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His lord said unto him, </a:t>
            </a:r>
            <a:r>
              <a:rPr lang="en-US" sz="2000" b="0" i="0"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rPr>
              <a:t>Well done, good and </a:t>
            </a:r>
            <a:r>
              <a:rPr lang="en-US" sz="2000" b="0" i="0" u="none" strike="noStrike"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hlinkClick r:id="rId9"/>
              </a:rPr>
              <a:t>faithful</a:t>
            </a:r>
            <a:r>
              <a:rPr lang="en-US" sz="2000" b="0" i="0"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rPr>
              <a:t> servant; thou hast been faithful over a few things, I will make thee ruler over many things: enter thou into the joy of thy lord.</a:t>
            </a:r>
          </a:p>
          <a:p>
            <a:pPr algn="l" fontAlgn="base"/>
            <a:r>
              <a:rPr lang="en-US" sz="2000" b="1" i="0" dirty="0">
                <a:effectLst/>
                <a:latin typeface="Open Sans" panose="020B0606030504020204" pitchFamily="34" charset="0"/>
                <a:ea typeface="Open Sans" panose="020B0606030504020204" pitchFamily="34" charset="0"/>
                <a:cs typeface="Open Sans" panose="020B0606030504020204" pitchFamily="34" charset="0"/>
              </a:rPr>
              <a:t>24 </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Then he which had received the one talent came and said, Lord, I knew thee that thou art an </a:t>
            </a:r>
            <a:r>
              <a:rPr lang="en-US" sz="2000" b="0" i="0" u="none" strike="noStrike" dirty="0">
                <a:effectLst/>
                <a:latin typeface="Open Sans" panose="020B0606030504020204" pitchFamily="34" charset="0"/>
                <a:ea typeface="Open Sans" panose="020B0606030504020204" pitchFamily="34" charset="0"/>
                <a:cs typeface="Open Sans" panose="020B0606030504020204" pitchFamily="34" charset="0"/>
                <a:hlinkClick r:id="rId10"/>
              </a:rPr>
              <a:t>hard</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 man, reaping where thou hast not sown, and gathering where thou hast not strawed:</a:t>
            </a:r>
          </a:p>
          <a:p>
            <a:pPr algn="l" fontAlgn="base"/>
            <a:r>
              <a:rPr lang="en-US" sz="2000" b="1" i="0" dirty="0">
                <a:effectLst/>
                <a:latin typeface="Open Sans" panose="020B0606030504020204" pitchFamily="34" charset="0"/>
                <a:ea typeface="Open Sans" panose="020B0606030504020204" pitchFamily="34" charset="0"/>
                <a:cs typeface="Open Sans" panose="020B0606030504020204" pitchFamily="34" charset="0"/>
              </a:rPr>
              <a:t>25 </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And </a:t>
            </a:r>
            <a:r>
              <a:rPr lang="en-US" sz="2000" b="0" i="0"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rPr>
              <a:t>I was </a:t>
            </a:r>
            <a:r>
              <a:rPr lang="en-US" sz="2000" b="0" i="0" u="none" strike="noStrike"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hlinkClick r:id="rId11"/>
              </a:rPr>
              <a:t>afraid</a:t>
            </a:r>
            <a:r>
              <a:rPr lang="en-US" sz="2000" b="0" i="0"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rPr>
              <a:t>, and went and hid thy talent in the earth</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 lo, </a:t>
            </a:r>
            <a:r>
              <a:rPr lang="en-US" sz="2000" b="0" i="1" dirty="0">
                <a:effectLst/>
                <a:latin typeface="Open Sans" panose="020B0606030504020204" pitchFamily="34" charset="0"/>
                <a:ea typeface="Open Sans" panose="020B0606030504020204" pitchFamily="34" charset="0"/>
                <a:cs typeface="Open Sans" panose="020B0606030504020204" pitchFamily="34" charset="0"/>
              </a:rPr>
              <a:t>there</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 thou hast </a:t>
            </a:r>
            <a:r>
              <a:rPr lang="en-US" sz="2000" b="0" i="1" dirty="0">
                <a:effectLst/>
                <a:latin typeface="Open Sans" panose="020B0606030504020204" pitchFamily="34" charset="0"/>
                <a:ea typeface="Open Sans" panose="020B0606030504020204" pitchFamily="34" charset="0"/>
                <a:cs typeface="Open Sans" panose="020B0606030504020204" pitchFamily="34" charset="0"/>
              </a:rPr>
              <a:t>that is</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 thine.</a:t>
            </a:r>
          </a:p>
        </p:txBody>
      </p:sp>
      <p:sp>
        <p:nvSpPr>
          <p:cNvPr id="3" name="TextBox 2">
            <a:extLst>
              <a:ext uri="{FF2B5EF4-FFF2-40B4-BE49-F238E27FC236}">
                <a16:creationId xmlns:a16="http://schemas.microsoft.com/office/drawing/2014/main" id="{E0B5F208-C1F1-7B34-E3BE-2E42118E06BA}"/>
              </a:ext>
            </a:extLst>
          </p:cNvPr>
          <p:cNvSpPr txBox="1"/>
          <p:nvPr/>
        </p:nvSpPr>
        <p:spPr>
          <a:xfrm>
            <a:off x="3654971" y="180907"/>
            <a:ext cx="7436071" cy="707886"/>
          </a:xfrm>
          <a:prstGeom prst="rect">
            <a:avLst/>
          </a:prstGeom>
          <a:noFill/>
        </p:spPr>
        <p:txBody>
          <a:bodyPr wrap="square">
            <a:spAutoFit/>
          </a:bodyPr>
          <a:lstStyle/>
          <a:p>
            <a:r>
              <a:rPr lang="en-US" sz="4000" b="1" i="0" u="none" strike="noStrike" dirty="0">
                <a:solidFill>
                  <a:srgbClr val="000000"/>
                </a:solidFill>
                <a:effectLst/>
                <a:latin typeface="Arial" panose="020B0604020202020204" pitchFamily="34" charset="0"/>
              </a:rPr>
              <a:t>Being a Good Steward</a:t>
            </a:r>
            <a:endParaRPr lang="en-MX" sz="4000" b="1" dirty="0">
              <a:latin typeface="+mj-lt"/>
              <a:ea typeface="+mj-ea"/>
              <a:cs typeface="+mj-cs"/>
            </a:endParaRPr>
          </a:p>
        </p:txBody>
      </p:sp>
      <p:sp>
        <p:nvSpPr>
          <p:cNvPr id="4" name="TextBox 3">
            <a:extLst>
              <a:ext uri="{FF2B5EF4-FFF2-40B4-BE49-F238E27FC236}">
                <a16:creationId xmlns:a16="http://schemas.microsoft.com/office/drawing/2014/main" id="{8441DAE3-7D18-754F-8042-53ECFEA0B582}"/>
              </a:ext>
            </a:extLst>
          </p:cNvPr>
          <p:cNvSpPr txBox="1"/>
          <p:nvPr/>
        </p:nvSpPr>
        <p:spPr>
          <a:xfrm>
            <a:off x="2833333" y="1153276"/>
            <a:ext cx="9222611" cy="523220"/>
          </a:xfrm>
          <a:prstGeom prst="rect">
            <a:avLst/>
          </a:prstGeom>
          <a:noFill/>
        </p:spPr>
        <p:txBody>
          <a:bodyPr wrap="square">
            <a:spAutoFit/>
          </a:bodyPr>
          <a:lstStyle/>
          <a:p>
            <a:r>
              <a:rPr lang="en-US" sz="2800" dirty="0">
                <a:solidFill>
                  <a:srgbClr val="000000"/>
                </a:solidFill>
                <a:latin typeface="Open Sans" panose="020B0606030504020204" pitchFamily="34" charset="0"/>
                <a:ea typeface="Open Sans" panose="020B0606030504020204" pitchFamily="34" charset="0"/>
                <a:cs typeface="Open Sans" panose="020B0606030504020204" pitchFamily="34" charset="0"/>
              </a:rPr>
              <a:t>T</a:t>
            </a:r>
            <a:r>
              <a:rPr lang="en-US" sz="28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he parable of the talents (Matthew 25:14-30)</a:t>
            </a:r>
            <a:endParaRPr lang="en-MX" sz="28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136035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123E5-FD70-6045-ED2F-FE2A3310F60C}"/>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7FF0638F-7353-5A71-8E79-71D40395526F}"/>
              </a:ext>
            </a:extLst>
          </p:cNvPr>
          <p:cNvGrpSpPr/>
          <p:nvPr/>
        </p:nvGrpSpPr>
        <p:grpSpPr>
          <a:xfrm>
            <a:off x="-24306" y="0"/>
            <a:ext cx="12216306" cy="6964636"/>
            <a:chOff x="-24306" y="0"/>
            <a:chExt cx="12216306" cy="6964636"/>
          </a:xfrm>
        </p:grpSpPr>
        <p:pic>
          <p:nvPicPr>
            <p:cNvPr id="10" name="Picture 9">
              <a:extLst>
                <a:ext uri="{FF2B5EF4-FFF2-40B4-BE49-F238E27FC236}">
                  <a16:creationId xmlns:a16="http://schemas.microsoft.com/office/drawing/2014/main" id="{147B15A5-E700-8A6C-042D-BC917C0CA97A}"/>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4622015B-F615-E435-EACE-5EFB8A2F8696}"/>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8BCE9161-BB8A-6512-B940-E6C49517EDD6}"/>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F28F949B-D92F-0872-31B9-6DED233A698D}"/>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24" name="Rectangle 23">
            <a:extLst>
              <a:ext uri="{FF2B5EF4-FFF2-40B4-BE49-F238E27FC236}">
                <a16:creationId xmlns:a16="http://schemas.microsoft.com/office/drawing/2014/main" id="{F380F3C1-C351-D58A-E89E-32160726B1E8}"/>
              </a:ext>
            </a:extLst>
          </p:cNvPr>
          <p:cNvSpPr/>
          <p:nvPr/>
        </p:nvSpPr>
        <p:spPr>
          <a:xfrm>
            <a:off x="436396" y="1794961"/>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extBox 1">
            <a:extLst>
              <a:ext uri="{FF2B5EF4-FFF2-40B4-BE49-F238E27FC236}">
                <a16:creationId xmlns:a16="http://schemas.microsoft.com/office/drawing/2014/main" id="{101E6507-DC16-5475-D788-E3468FE0B624}"/>
              </a:ext>
            </a:extLst>
          </p:cNvPr>
          <p:cNvSpPr txBox="1"/>
          <p:nvPr/>
        </p:nvSpPr>
        <p:spPr>
          <a:xfrm>
            <a:off x="239424" y="2285112"/>
            <a:ext cx="11538719" cy="2862322"/>
          </a:xfrm>
          <a:prstGeom prst="rect">
            <a:avLst/>
          </a:prstGeom>
          <a:noFill/>
        </p:spPr>
        <p:txBody>
          <a:bodyPr wrap="square">
            <a:spAutoFit/>
          </a:bodyPr>
          <a:lstStyle/>
          <a:p>
            <a:pPr algn="l" fontAlgn="base"/>
            <a:r>
              <a:rPr lang="en-US" sz="2000" b="1" i="0" dirty="0">
                <a:effectLst/>
                <a:latin typeface="Open Sans" panose="020B0606030504020204" pitchFamily="34" charset="0"/>
                <a:ea typeface="Open Sans" panose="020B0606030504020204" pitchFamily="34" charset="0"/>
                <a:cs typeface="Open Sans" panose="020B0606030504020204" pitchFamily="34" charset="0"/>
              </a:rPr>
              <a:t>26 </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His lord answered and said unto him, </a:t>
            </a:r>
            <a:r>
              <a:rPr lang="en-US" sz="2000" b="0" i="1" dirty="0">
                <a:effectLst/>
                <a:latin typeface="Open Sans" panose="020B0606030504020204" pitchFamily="34" charset="0"/>
                <a:ea typeface="Open Sans" panose="020B0606030504020204" pitchFamily="34" charset="0"/>
                <a:cs typeface="Open Sans" panose="020B0606030504020204" pitchFamily="34" charset="0"/>
              </a:rPr>
              <a:t>Thou</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 wicked and </a:t>
            </a:r>
            <a:r>
              <a:rPr lang="en-US" sz="2000" b="0" i="0" u="none" strike="noStrike" dirty="0">
                <a:effectLst/>
                <a:latin typeface="Open Sans" panose="020B0606030504020204" pitchFamily="34" charset="0"/>
                <a:ea typeface="Open Sans" panose="020B0606030504020204" pitchFamily="34" charset="0"/>
                <a:cs typeface="Open Sans" panose="020B0606030504020204" pitchFamily="34" charset="0"/>
                <a:hlinkClick r:id="rId5"/>
              </a:rPr>
              <a:t>slothful</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 servant, thou </a:t>
            </a:r>
            <a:r>
              <a:rPr lang="en-US" sz="2000" b="0" i="0" dirty="0" err="1">
                <a:effectLst/>
                <a:latin typeface="Open Sans" panose="020B0606030504020204" pitchFamily="34" charset="0"/>
                <a:ea typeface="Open Sans" panose="020B0606030504020204" pitchFamily="34" charset="0"/>
                <a:cs typeface="Open Sans" panose="020B0606030504020204" pitchFamily="34" charset="0"/>
              </a:rPr>
              <a:t>knewest</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 that I </a:t>
            </a:r>
            <a:r>
              <a:rPr lang="en-US" sz="2000" b="0" i="0" u="none" strike="noStrike" dirty="0">
                <a:effectLst/>
                <a:latin typeface="Open Sans" panose="020B0606030504020204" pitchFamily="34" charset="0"/>
                <a:ea typeface="Open Sans" panose="020B0606030504020204" pitchFamily="34" charset="0"/>
                <a:cs typeface="Open Sans" panose="020B0606030504020204" pitchFamily="34" charset="0"/>
                <a:hlinkClick r:id="rId6"/>
              </a:rPr>
              <a:t>reap</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 where I sowed not, and gather where I have not strawed:</a:t>
            </a:r>
          </a:p>
          <a:p>
            <a:pPr algn="l" fontAlgn="base"/>
            <a:r>
              <a:rPr lang="en-US" sz="2000" b="1" i="0" dirty="0">
                <a:effectLst/>
                <a:latin typeface="Open Sans" panose="020B0606030504020204" pitchFamily="34" charset="0"/>
                <a:ea typeface="Open Sans" panose="020B0606030504020204" pitchFamily="34" charset="0"/>
                <a:cs typeface="Open Sans" panose="020B0606030504020204" pitchFamily="34" charset="0"/>
              </a:rPr>
              <a:t>27 </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Thou </a:t>
            </a:r>
            <a:r>
              <a:rPr lang="en-US" sz="2000" b="0" i="0" dirty="0" err="1">
                <a:effectLst/>
                <a:latin typeface="Open Sans" panose="020B0606030504020204" pitchFamily="34" charset="0"/>
                <a:ea typeface="Open Sans" panose="020B0606030504020204" pitchFamily="34" charset="0"/>
                <a:cs typeface="Open Sans" panose="020B0606030504020204" pitchFamily="34" charset="0"/>
              </a:rPr>
              <a:t>oughtest</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 therefore to have put my money to the exchangers, and </a:t>
            </a:r>
            <a:r>
              <a:rPr lang="en-US" sz="2000" b="0" i="1" dirty="0">
                <a:effectLst/>
                <a:latin typeface="Open Sans" panose="020B0606030504020204" pitchFamily="34" charset="0"/>
                <a:ea typeface="Open Sans" panose="020B0606030504020204" pitchFamily="34" charset="0"/>
                <a:cs typeface="Open Sans" panose="020B0606030504020204" pitchFamily="34" charset="0"/>
              </a:rPr>
              <a:t>then</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 at my coming I should have received mine own with </a:t>
            </a:r>
            <a:r>
              <a:rPr lang="en-US" sz="2000" b="0" i="0" u="none" strike="noStrike" dirty="0">
                <a:effectLst/>
                <a:latin typeface="Open Sans" panose="020B0606030504020204" pitchFamily="34" charset="0"/>
                <a:ea typeface="Open Sans" panose="020B0606030504020204" pitchFamily="34" charset="0"/>
                <a:cs typeface="Open Sans" panose="020B0606030504020204" pitchFamily="34" charset="0"/>
                <a:hlinkClick r:id="rId7"/>
              </a:rPr>
              <a:t>usury</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a:t>
            </a:r>
          </a:p>
          <a:p>
            <a:pPr algn="l" fontAlgn="base"/>
            <a:r>
              <a:rPr lang="en-US" sz="2000" b="1" i="0" dirty="0">
                <a:effectLst/>
                <a:latin typeface="Open Sans" panose="020B0606030504020204" pitchFamily="34" charset="0"/>
                <a:ea typeface="Open Sans" panose="020B0606030504020204" pitchFamily="34" charset="0"/>
                <a:cs typeface="Open Sans" panose="020B0606030504020204" pitchFamily="34" charset="0"/>
              </a:rPr>
              <a:t>28 </a:t>
            </a:r>
            <a:r>
              <a:rPr lang="en-US" sz="2000" b="0" i="0"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rPr>
              <a:t>Take therefore the </a:t>
            </a:r>
            <a:r>
              <a:rPr lang="en-US" sz="2000" b="0" i="0" u="none" strike="noStrike"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hlinkClick r:id="rId8"/>
              </a:rPr>
              <a:t>talent</a:t>
            </a:r>
            <a:r>
              <a:rPr lang="en-US" sz="2000" b="0" i="0"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rPr>
              <a:t> from him, and give </a:t>
            </a:r>
            <a:r>
              <a:rPr lang="en-US" sz="2000" b="0" i="1"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rPr>
              <a:t>it</a:t>
            </a:r>
            <a:r>
              <a:rPr lang="en-US" sz="2000" b="0" i="0"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rPr>
              <a:t> unto him which hath ten talents.</a:t>
            </a:r>
          </a:p>
          <a:p>
            <a:pPr algn="l" fontAlgn="base"/>
            <a:r>
              <a:rPr lang="en-US" sz="2000" b="1" i="0" dirty="0">
                <a:effectLst/>
                <a:latin typeface="Open Sans" panose="020B0606030504020204" pitchFamily="34" charset="0"/>
                <a:ea typeface="Open Sans" panose="020B0606030504020204" pitchFamily="34" charset="0"/>
                <a:cs typeface="Open Sans" panose="020B0606030504020204" pitchFamily="34" charset="0"/>
              </a:rPr>
              <a:t>29 </a:t>
            </a:r>
            <a:r>
              <a:rPr lang="en-US" sz="2000" b="0" i="0"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rPr>
              <a:t>For unto every one that hath shall be </a:t>
            </a:r>
            <a:r>
              <a:rPr lang="en-US" sz="2000" b="0" i="0" u="none" strike="noStrike"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hlinkClick r:id="rId9"/>
              </a:rPr>
              <a:t>given</a:t>
            </a:r>
            <a:r>
              <a:rPr lang="en-US" sz="2000" b="0" i="0"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rPr>
              <a:t>, and he shall have </a:t>
            </a:r>
            <a:r>
              <a:rPr lang="en-US" sz="2000" b="0" i="0" u="none" strike="noStrike"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hlinkClick r:id="rId10"/>
              </a:rPr>
              <a:t>abundance</a:t>
            </a:r>
            <a:r>
              <a:rPr lang="en-US" sz="2000" b="0" i="0"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rPr>
              <a:t>: but from him that hath not shall be </a:t>
            </a:r>
            <a:r>
              <a:rPr lang="en-US" sz="2000" b="0" i="0" u="none" strike="noStrike"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hlinkClick r:id="rId11"/>
              </a:rPr>
              <a:t>taken</a:t>
            </a:r>
            <a:r>
              <a:rPr lang="en-US" sz="2000" b="0" i="0"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rPr>
              <a:t> away even that which he hath.</a:t>
            </a:r>
          </a:p>
          <a:p>
            <a:pPr algn="l" fontAlgn="base"/>
            <a:r>
              <a:rPr lang="en-US" sz="2000" b="1" i="0" dirty="0">
                <a:effectLst/>
                <a:latin typeface="Open Sans" panose="020B0606030504020204" pitchFamily="34" charset="0"/>
                <a:ea typeface="Open Sans" panose="020B0606030504020204" pitchFamily="34" charset="0"/>
                <a:cs typeface="Open Sans" panose="020B0606030504020204" pitchFamily="34" charset="0"/>
              </a:rPr>
              <a:t>30 </a:t>
            </a:r>
            <a:r>
              <a:rPr lang="en-US" sz="2000" b="0" i="0" dirty="0">
                <a:effectLst/>
                <a:latin typeface="Open Sans" panose="020B0606030504020204" pitchFamily="34" charset="0"/>
                <a:ea typeface="Open Sans" panose="020B0606030504020204" pitchFamily="34" charset="0"/>
                <a:cs typeface="Open Sans" panose="020B0606030504020204" pitchFamily="34" charset="0"/>
              </a:rPr>
              <a:t>And cast ye the unprofitable servant into outer darkness: there shall be weeping and gnashing of teeth.</a:t>
            </a:r>
          </a:p>
        </p:txBody>
      </p:sp>
      <p:sp>
        <p:nvSpPr>
          <p:cNvPr id="5" name="TextBox 4">
            <a:extLst>
              <a:ext uri="{FF2B5EF4-FFF2-40B4-BE49-F238E27FC236}">
                <a16:creationId xmlns:a16="http://schemas.microsoft.com/office/drawing/2014/main" id="{24C594BD-954A-2C45-7494-5024E88D5E92}"/>
              </a:ext>
            </a:extLst>
          </p:cNvPr>
          <p:cNvSpPr txBox="1"/>
          <p:nvPr/>
        </p:nvSpPr>
        <p:spPr>
          <a:xfrm>
            <a:off x="3654971" y="180907"/>
            <a:ext cx="7436071" cy="707886"/>
          </a:xfrm>
          <a:prstGeom prst="rect">
            <a:avLst/>
          </a:prstGeom>
          <a:noFill/>
        </p:spPr>
        <p:txBody>
          <a:bodyPr wrap="square">
            <a:spAutoFit/>
          </a:bodyPr>
          <a:lstStyle/>
          <a:p>
            <a:r>
              <a:rPr lang="en-US" sz="4000" b="1" i="0" u="none" strike="noStrike" dirty="0">
                <a:solidFill>
                  <a:srgbClr val="000000"/>
                </a:solidFill>
                <a:effectLst/>
                <a:latin typeface="Arial" panose="020B0604020202020204" pitchFamily="34" charset="0"/>
              </a:rPr>
              <a:t>Being a Good Steward</a:t>
            </a:r>
            <a:endParaRPr lang="en-MX" sz="4000" b="1" dirty="0">
              <a:latin typeface="+mj-lt"/>
              <a:ea typeface="+mj-ea"/>
              <a:cs typeface="+mj-cs"/>
            </a:endParaRPr>
          </a:p>
        </p:txBody>
      </p:sp>
      <p:sp>
        <p:nvSpPr>
          <p:cNvPr id="4" name="TextBox 3">
            <a:extLst>
              <a:ext uri="{FF2B5EF4-FFF2-40B4-BE49-F238E27FC236}">
                <a16:creationId xmlns:a16="http://schemas.microsoft.com/office/drawing/2014/main" id="{7AA31294-7C2D-D4ED-CE86-1F2DBA738943}"/>
              </a:ext>
            </a:extLst>
          </p:cNvPr>
          <p:cNvSpPr txBox="1"/>
          <p:nvPr/>
        </p:nvSpPr>
        <p:spPr>
          <a:xfrm>
            <a:off x="2833333" y="1153276"/>
            <a:ext cx="9222611" cy="523220"/>
          </a:xfrm>
          <a:prstGeom prst="rect">
            <a:avLst/>
          </a:prstGeom>
          <a:noFill/>
        </p:spPr>
        <p:txBody>
          <a:bodyPr wrap="square">
            <a:spAutoFit/>
          </a:bodyPr>
          <a:lstStyle/>
          <a:p>
            <a:r>
              <a:rPr lang="en-US" sz="2800" dirty="0">
                <a:solidFill>
                  <a:srgbClr val="000000"/>
                </a:solidFill>
                <a:latin typeface="Open Sans" panose="020B0606030504020204" pitchFamily="34" charset="0"/>
                <a:ea typeface="Open Sans" panose="020B0606030504020204" pitchFamily="34" charset="0"/>
                <a:cs typeface="Open Sans" panose="020B0606030504020204" pitchFamily="34" charset="0"/>
              </a:rPr>
              <a:t>T</a:t>
            </a:r>
            <a:r>
              <a:rPr lang="en-US" sz="2800"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he parable of the talents (Matthew 25:14-30)</a:t>
            </a:r>
            <a:endParaRPr lang="en-MX" sz="28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141740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BC0ABCE-788D-A574-D831-23AF9C524ADC}"/>
              </a:ext>
            </a:extLst>
          </p:cNvPr>
          <p:cNvGrpSpPr/>
          <p:nvPr/>
        </p:nvGrpSpPr>
        <p:grpSpPr>
          <a:xfrm>
            <a:off x="-15917" y="0"/>
            <a:ext cx="12216306" cy="6964636"/>
            <a:chOff x="-24306" y="0"/>
            <a:chExt cx="12216306" cy="6964636"/>
          </a:xfrm>
        </p:grpSpPr>
        <p:pic>
          <p:nvPicPr>
            <p:cNvPr id="10" name="Picture 9">
              <a:extLst>
                <a:ext uri="{FF2B5EF4-FFF2-40B4-BE49-F238E27FC236}">
                  <a16:creationId xmlns:a16="http://schemas.microsoft.com/office/drawing/2014/main" id="{973155AC-5644-19F7-3124-06BBD0E2FBA8}"/>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EE2FBC8F-DB7D-9A8C-95D9-EA21C7EB86FB}"/>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BCD19AF2-0CF7-4716-3543-2CB1ABAE9C92}"/>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DE19F30A-C277-153E-9C95-38A1926F483D}"/>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24" name="Rectangle 23">
            <a:extLst>
              <a:ext uri="{FF2B5EF4-FFF2-40B4-BE49-F238E27FC236}">
                <a16:creationId xmlns:a16="http://schemas.microsoft.com/office/drawing/2014/main" id="{C15EF650-EA45-EF28-93FD-12F90FB0D84A}"/>
              </a:ext>
            </a:extLst>
          </p:cNvPr>
          <p:cNvSpPr/>
          <p:nvPr/>
        </p:nvSpPr>
        <p:spPr>
          <a:xfrm>
            <a:off x="444786" y="1919599"/>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latin typeface="Open Sans" panose="020B0606030504020204" pitchFamily="34" charset="0"/>
              <a:ea typeface="Open Sans" panose="020B0606030504020204" pitchFamily="34" charset="0"/>
              <a:cs typeface="Open Sans" panose="020B0606030504020204" pitchFamily="34" charset="0"/>
            </a:endParaRPr>
          </a:p>
        </p:txBody>
      </p:sp>
      <p:sp>
        <p:nvSpPr>
          <p:cNvPr id="4" name="TextBox 3">
            <a:extLst>
              <a:ext uri="{FF2B5EF4-FFF2-40B4-BE49-F238E27FC236}">
                <a16:creationId xmlns:a16="http://schemas.microsoft.com/office/drawing/2014/main" id="{B0EA1CD7-BED2-1FE4-0576-AB73A3EF6C0B}"/>
              </a:ext>
            </a:extLst>
          </p:cNvPr>
          <p:cNvSpPr txBox="1"/>
          <p:nvPr/>
        </p:nvSpPr>
        <p:spPr>
          <a:xfrm>
            <a:off x="0" y="1184956"/>
            <a:ext cx="12200389" cy="553998"/>
          </a:xfrm>
          <a:prstGeom prst="rect">
            <a:avLst/>
          </a:prstGeom>
          <a:noFill/>
        </p:spPr>
        <p:txBody>
          <a:bodyPr wrap="square">
            <a:spAutoFit/>
          </a:bodyPr>
          <a:lstStyle/>
          <a:p>
            <a:pPr algn="ctr"/>
            <a:r>
              <a:rPr lang="en-US" sz="3000" b="1"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Class Activity</a:t>
            </a:r>
            <a:endParaRPr lang="en-MX" sz="30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1">
            <a:extLst>
              <a:ext uri="{FF2B5EF4-FFF2-40B4-BE49-F238E27FC236}">
                <a16:creationId xmlns:a16="http://schemas.microsoft.com/office/drawing/2014/main" id="{7EB62DDC-4005-CB6F-708A-A71D76B2A051}"/>
              </a:ext>
            </a:extLst>
          </p:cNvPr>
          <p:cNvSpPr txBox="1"/>
          <p:nvPr/>
        </p:nvSpPr>
        <p:spPr>
          <a:xfrm>
            <a:off x="444788" y="2247841"/>
            <a:ext cx="10315685" cy="477054"/>
          </a:xfrm>
          <a:prstGeom prst="rect">
            <a:avLst/>
          </a:prstGeom>
          <a:noFill/>
        </p:spPr>
        <p:txBody>
          <a:bodyPr wrap="square">
            <a:spAutoFit/>
          </a:bodyPr>
          <a:lstStyle/>
          <a:p>
            <a:r>
              <a:rPr lang="en-MX" sz="2500" kern="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Divide the class into small </a:t>
            </a:r>
            <a:r>
              <a:rPr lang="en-MX" sz="2500" kern="0" dirty="0">
                <a:solidFill>
                  <a:srgbClr val="000000"/>
                </a:solidFill>
                <a:effectLst/>
                <a:highlight>
                  <a:srgbClr val="FFFF00"/>
                </a:highlight>
                <a:latin typeface="Open Sans" panose="020B0606030504020204" pitchFamily="34" charset="0"/>
                <a:ea typeface="Open Sans" panose="020B0606030504020204" pitchFamily="34" charset="0"/>
                <a:cs typeface="Open Sans" panose="020B0606030504020204" pitchFamily="34" charset="0"/>
              </a:rPr>
              <a:t>groups of 3 people</a:t>
            </a:r>
            <a:r>
              <a:rPr lang="en-MX" sz="2500" dirty="0">
                <a:effectLst/>
                <a:highlight>
                  <a:srgbClr val="FFFF00"/>
                </a:highlight>
                <a:latin typeface="Open Sans" panose="020B0606030504020204" pitchFamily="34" charset="0"/>
                <a:ea typeface="Open Sans" panose="020B0606030504020204" pitchFamily="34" charset="0"/>
                <a:cs typeface="Open Sans" panose="020B0606030504020204" pitchFamily="34" charset="0"/>
              </a:rPr>
              <a:t> </a:t>
            </a:r>
            <a:endParaRPr lang="en-MX" sz="2500" dirty="0">
              <a:solidFill>
                <a:srgbClr val="636466"/>
              </a:solidFill>
              <a:highlight>
                <a:srgbClr val="FFFF00"/>
              </a:highlight>
              <a:latin typeface="Open Sans" panose="020B0606030504020204" pitchFamily="34" charset="0"/>
              <a:ea typeface="Open Sans" panose="020B0606030504020204" pitchFamily="34" charset="0"/>
              <a:cs typeface="Open Sans" panose="020B0606030504020204" pitchFamily="34" charset="0"/>
            </a:endParaRPr>
          </a:p>
        </p:txBody>
      </p:sp>
      <p:sp>
        <p:nvSpPr>
          <p:cNvPr id="7" name="TextBox 6">
            <a:extLst>
              <a:ext uri="{FF2B5EF4-FFF2-40B4-BE49-F238E27FC236}">
                <a16:creationId xmlns:a16="http://schemas.microsoft.com/office/drawing/2014/main" id="{59161280-9085-5967-A824-7725E0874E9B}"/>
              </a:ext>
            </a:extLst>
          </p:cNvPr>
          <p:cNvSpPr txBox="1"/>
          <p:nvPr/>
        </p:nvSpPr>
        <p:spPr>
          <a:xfrm>
            <a:off x="444787" y="2814188"/>
            <a:ext cx="9487780" cy="523220"/>
          </a:xfrm>
          <a:prstGeom prst="rect">
            <a:avLst/>
          </a:prstGeom>
          <a:noFill/>
        </p:spPr>
        <p:txBody>
          <a:bodyPr wrap="square">
            <a:spAutoFit/>
          </a:bodyPr>
          <a:lstStyle/>
          <a:p>
            <a:r>
              <a:rPr lang="en-MX" sz="2500" kern="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Each group </a:t>
            </a:r>
            <a:r>
              <a:rPr lang="en-MX" sz="2500" kern="0" dirty="0">
                <a:solidFill>
                  <a:srgbClr val="000000"/>
                </a:solidFill>
                <a:effectLst/>
                <a:highlight>
                  <a:srgbClr val="FFFF00"/>
                </a:highlight>
                <a:latin typeface="Open Sans" panose="020B0606030504020204" pitchFamily="34" charset="0"/>
                <a:ea typeface="Open Sans" panose="020B0606030504020204" pitchFamily="34" charset="0"/>
                <a:cs typeface="Open Sans" panose="020B0606030504020204" pitchFamily="34" charset="0"/>
              </a:rPr>
              <a:t>will </a:t>
            </a:r>
            <a:r>
              <a:rPr lang="en-US" sz="2800" b="0" i="0" u="none" strike="noStrike" dirty="0">
                <a:solidFill>
                  <a:srgbClr val="000000"/>
                </a:solidFill>
                <a:effectLst/>
                <a:highlight>
                  <a:srgbClr val="FFFF00"/>
                </a:highlight>
                <a:latin typeface="Open Sans" panose="020B0606030504020204" pitchFamily="34" charset="0"/>
                <a:ea typeface="Open Sans" panose="020B0606030504020204" pitchFamily="34" charset="0"/>
                <a:cs typeface="Open Sans" panose="020B0606030504020204" pitchFamily="34" charset="0"/>
              </a:rPr>
              <a:t>discuss some questions</a:t>
            </a:r>
            <a:endParaRPr lang="en-MX" sz="2500" dirty="0">
              <a:highlight>
                <a:srgbClr val="FFFF00"/>
              </a:highlight>
              <a:latin typeface="Open Sans" panose="020B0606030504020204" pitchFamily="34" charset="0"/>
              <a:ea typeface="Open Sans" panose="020B0606030504020204" pitchFamily="34" charset="0"/>
              <a:cs typeface="Open Sans" panose="020B0606030504020204" pitchFamily="34" charset="0"/>
            </a:endParaRPr>
          </a:p>
        </p:txBody>
      </p:sp>
      <p:sp>
        <p:nvSpPr>
          <p:cNvPr id="18" name="TextBox 17">
            <a:extLst>
              <a:ext uri="{FF2B5EF4-FFF2-40B4-BE49-F238E27FC236}">
                <a16:creationId xmlns:a16="http://schemas.microsoft.com/office/drawing/2014/main" id="{83059D89-780D-1FD9-4BA6-F85DA770B332}"/>
              </a:ext>
            </a:extLst>
          </p:cNvPr>
          <p:cNvSpPr txBox="1"/>
          <p:nvPr/>
        </p:nvSpPr>
        <p:spPr>
          <a:xfrm>
            <a:off x="444787" y="3434694"/>
            <a:ext cx="10988346" cy="477054"/>
          </a:xfrm>
          <a:prstGeom prst="rect">
            <a:avLst/>
          </a:prstGeom>
          <a:noFill/>
        </p:spPr>
        <p:txBody>
          <a:bodyPr wrap="square">
            <a:spAutoFit/>
          </a:bodyPr>
          <a:lstStyle/>
          <a:p>
            <a:r>
              <a:rPr lang="en-MX" sz="2500" kern="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a:t>
            </a:r>
            <a:r>
              <a:rPr lang="en-MX" sz="2500" kern="0" dirty="0">
                <a:solidFill>
                  <a:srgbClr val="000000"/>
                </a:solidFill>
                <a:effectLst/>
                <a:highlight>
                  <a:srgbClr val="FFFF00"/>
                </a:highlight>
                <a:latin typeface="Open Sans" panose="020B0606030504020204" pitchFamily="34" charset="0"/>
                <a:ea typeface="Open Sans" panose="020B0606030504020204" pitchFamily="34" charset="0"/>
                <a:cs typeface="Open Sans" panose="020B0606030504020204" pitchFamily="34" charset="0"/>
              </a:rPr>
              <a:t>10 minutes </a:t>
            </a:r>
            <a:r>
              <a:rPr lang="en-MX" sz="2500" kern="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to complete their assignment, then come back together.</a:t>
            </a:r>
            <a:r>
              <a:rPr lang="en-MX" sz="2500" dirty="0">
                <a:effectLst/>
                <a:latin typeface="Open Sans" panose="020B0606030504020204" pitchFamily="34" charset="0"/>
                <a:ea typeface="Open Sans" panose="020B0606030504020204" pitchFamily="34" charset="0"/>
                <a:cs typeface="Open Sans" panose="020B0606030504020204" pitchFamily="34" charset="0"/>
              </a:rPr>
              <a:t> </a:t>
            </a:r>
            <a:endParaRPr lang="en-MX" sz="25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Box 4">
            <a:extLst>
              <a:ext uri="{FF2B5EF4-FFF2-40B4-BE49-F238E27FC236}">
                <a16:creationId xmlns:a16="http://schemas.microsoft.com/office/drawing/2014/main" id="{2117F731-9BE7-9D4F-BC9C-C29D62F9D864}"/>
              </a:ext>
            </a:extLst>
          </p:cNvPr>
          <p:cNvSpPr txBox="1"/>
          <p:nvPr/>
        </p:nvSpPr>
        <p:spPr>
          <a:xfrm>
            <a:off x="3654971" y="180907"/>
            <a:ext cx="7436071" cy="707886"/>
          </a:xfrm>
          <a:prstGeom prst="rect">
            <a:avLst/>
          </a:prstGeom>
          <a:noFill/>
        </p:spPr>
        <p:txBody>
          <a:bodyPr wrap="square">
            <a:spAutoFit/>
          </a:bodyPr>
          <a:lstStyle/>
          <a:p>
            <a:r>
              <a:rPr lang="en-US" sz="4000" b="1" i="0" u="none" strike="noStrike" dirty="0">
                <a:solidFill>
                  <a:srgbClr val="000000"/>
                </a:solidFill>
                <a:effectLst/>
                <a:latin typeface="Arial" panose="020B0604020202020204" pitchFamily="34" charset="0"/>
              </a:rPr>
              <a:t>Being a Good Steward</a:t>
            </a:r>
            <a:endParaRPr lang="en-MX" sz="4000" b="1" dirty="0">
              <a:latin typeface="+mj-lt"/>
              <a:ea typeface="+mj-ea"/>
              <a:cs typeface="+mj-cs"/>
            </a:endParaRPr>
          </a:p>
        </p:txBody>
      </p:sp>
    </p:spTree>
    <p:extLst>
      <p:ext uri="{BB962C8B-B14F-4D97-AF65-F5344CB8AC3E}">
        <p14:creationId xmlns:p14="http://schemas.microsoft.com/office/powerpoint/2010/main" val="691680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FE679-D53A-B909-CE7E-F16A5611F973}"/>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A3E4E9BD-4E22-988E-ECAB-71B3A17F1BD2}"/>
              </a:ext>
            </a:extLst>
          </p:cNvPr>
          <p:cNvGrpSpPr/>
          <p:nvPr/>
        </p:nvGrpSpPr>
        <p:grpSpPr>
          <a:xfrm>
            <a:off x="-15917" y="0"/>
            <a:ext cx="12216306" cy="6964636"/>
            <a:chOff x="-24306" y="0"/>
            <a:chExt cx="12216306" cy="6964636"/>
          </a:xfrm>
        </p:grpSpPr>
        <p:pic>
          <p:nvPicPr>
            <p:cNvPr id="10" name="Picture 9">
              <a:extLst>
                <a:ext uri="{FF2B5EF4-FFF2-40B4-BE49-F238E27FC236}">
                  <a16:creationId xmlns:a16="http://schemas.microsoft.com/office/drawing/2014/main" id="{94AB6A49-DE0E-B3DD-95BA-FB0102C6C0DC}"/>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44F6475F-BF01-A4DA-49F4-48FAB2C47FB1}"/>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FDDAE6F2-D20F-B096-F181-E43AD124025E}"/>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5361A7EC-89A1-895D-7F90-ADC5B5BB00E6}"/>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24" name="Rectangle 23">
            <a:extLst>
              <a:ext uri="{FF2B5EF4-FFF2-40B4-BE49-F238E27FC236}">
                <a16:creationId xmlns:a16="http://schemas.microsoft.com/office/drawing/2014/main" id="{B4886C98-6EFD-89CD-C371-52F1D43E332C}"/>
              </a:ext>
            </a:extLst>
          </p:cNvPr>
          <p:cNvSpPr/>
          <p:nvPr/>
        </p:nvSpPr>
        <p:spPr>
          <a:xfrm>
            <a:off x="444786" y="1788380"/>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 name="TextBox 3">
            <a:extLst>
              <a:ext uri="{FF2B5EF4-FFF2-40B4-BE49-F238E27FC236}">
                <a16:creationId xmlns:a16="http://schemas.microsoft.com/office/drawing/2014/main" id="{E6B012A8-922C-AADF-A50A-4E6C18018CDE}"/>
              </a:ext>
            </a:extLst>
          </p:cNvPr>
          <p:cNvSpPr txBox="1"/>
          <p:nvPr/>
        </p:nvSpPr>
        <p:spPr>
          <a:xfrm>
            <a:off x="3700147" y="149453"/>
            <a:ext cx="9107215" cy="769441"/>
          </a:xfrm>
          <a:prstGeom prst="rect">
            <a:avLst/>
          </a:prstGeom>
          <a:noFill/>
        </p:spPr>
        <p:txBody>
          <a:bodyPr wrap="square">
            <a:spAutoFit/>
          </a:bodyPr>
          <a:lstStyle/>
          <a:p>
            <a:r>
              <a:rPr lang="en-US" sz="4400" b="1" i="0" u="none" strike="noStrike" dirty="0">
                <a:solidFill>
                  <a:srgbClr val="000000"/>
                </a:solidFill>
                <a:effectLst/>
                <a:latin typeface="Arial" panose="020B0604020202020204" pitchFamily="34" charset="0"/>
              </a:rPr>
              <a:t>Being a Good Steward</a:t>
            </a:r>
            <a:endParaRPr lang="en-MX" sz="4400" b="1" dirty="0">
              <a:latin typeface="+mj-lt"/>
              <a:ea typeface="+mj-ea"/>
              <a:cs typeface="+mj-cs"/>
            </a:endParaRPr>
          </a:p>
        </p:txBody>
      </p:sp>
      <p:sp>
        <p:nvSpPr>
          <p:cNvPr id="6" name="TextBox 5">
            <a:extLst>
              <a:ext uri="{FF2B5EF4-FFF2-40B4-BE49-F238E27FC236}">
                <a16:creationId xmlns:a16="http://schemas.microsoft.com/office/drawing/2014/main" id="{6B69B3FA-9398-52DE-6615-EA1188CB2464}"/>
              </a:ext>
            </a:extLst>
          </p:cNvPr>
          <p:cNvSpPr txBox="1"/>
          <p:nvPr/>
        </p:nvSpPr>
        <p:spPr>
          <a:xfrm>
            <a:off x="304354" y="1970902"/>
            <a:ext cx="11600069" cy="4247317"/>
          </a:xfrm>
          <a:prstGeom prst="rect">
            <a:avLst/>
          </a:prstGeom>
          <a:noFill/>
        </p:spPr>
        <p:txBody>
          <a:bodyPr wrap="square">
            <a:spAutoFit/>
          </a:bodyPr>
          <a:lstStyle/>
          <a:p>
            <a:pPr rtl="0" fontAlgn="base">
              <a:spcBef>
                <a:spcPts val="0"/>
              </a:spcBef>
              <a:spcAft>
                <a:spcPts val="0"/>
              </a:spcAft>
              <a:buFont typeface="Arial" panose="020B0604020202020204" pitchFamily="34" charset="0"/>
              <a:buChar char="•"/>
            </a:pPr>
            <a:r>
              <a:rPr lang="en-US"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In the parable, two of the servants doubled the talents that were given to them. Give an example in life where someone doubles the talents that were given to them.</a:t>
            </a:r>
          </a:p>
          <a:p>
            <a:pPr rtl="0" fontAlgn="base">
              <a:spcBef>
                <a:spcPts val="0"/>
              </a:spcBef>
              <a:spcAft>
                <a:spcPts val="0"/>
              </a:spcAft>
              <a:buFont typeface="Arial" panose="020B0604020202020204" pitchFamily="34" charset="0"/>
              <a:buChar char="•"/>
            </a:pPr>
            <a:r>
              <a:rPr lang="en-US"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What are our “talents?” In other words, what has Heavenly Father given to us that we can increase?</a:t>
            </a:r>
          </a:p>
          <a:p>
            <a:pPr rtl="0" fontAlgn="base">
              <a:spcBef>
                <a:spcPts val="0"/>
              </a:spcBef>
              <a:spcAft>
                <a:spcPts val="0"/>
              </a:spcAft>
              <a:buFont typeface="Arial" panose="020B0604020202020204" pitchFamily="34" charset="0"/>
              <a:buChar char="•"/>
            </a:pPr>
            <a:r>
              <a:rPr lang="en-US"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Why does Heavenly Father want us to increase these things?</a:t>
            </a:r>
          </a:p>
          <a:p>
            <a:pPr rtl="0" fontAlgn="base">
              <a:spcBef>
                <a:spcPts val="0"/>
              </a:spcBef>
              <a:spcAft>
                <a:spcPts val="0"/>
              </a:spcAft>
              <a:buFont typeface="Arial" panose="020B0604020202020204" pitchFamily="34" charset="0"/>
              <a:buChar char="•"/>
            </a:pPr>
            <a:r>
              <a:rPr lang="en-US"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In the parable, one of the servants buried the talent that was given to him. Give an example in life where someone buries the talent that is given to them.</a:t>
            </a:r>
          </a:p>
          <a:p>
            <a:pPr rtl="0" fontAlgn="base">
              <a:spcBef>
                <a:spcPts val="0"/>
              </a:spcBef>
              <a:spcAft>
                <a:spcPts val="0"/>
              </a:spcAft>
              <a:buFont typeface="Arial" panose="020B0604020202020204" pitchFamily="34" charset="0"/>
              <a:buChar char="•"/>
            </a:pPr>
            <a:r>
              <a:rPr lang="en-US"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Why is Heavenly Father displeased when people refuse to use and increase what has been given to them?</a:t>
            </a:r>
          </a:p>
          <a:p>
            <a:pPr rtl="0" fontAlgn="base">
              <a:spcBef>
                <a:spcPts val="0"/>
              </a:spcBef>
              <a:spcAft>
                <a:spcPts val="0"/>
              </a:spcAft>
              <a:buFont typeface="Arial" panose="020B0604020202020204" pitchFamily="34" charset="0"/>
              <a:buChar char="•"/>
            </a:pPr>
            <a:r>
              <a:rPr lang="en-US"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The first two servants were good stewards of the talents. They protected and increased them. How is taking university courses an example of being a good steward?</a:t>
            </a:r>
          </a:p>
          <a:p>
            <a:pPr rtl="0" fontAlgn="base">
              <a:spcBef>
                <a:spcPts val="0"/>
              </a:spcBef>
              <a:spcAft>
                <a:spcPts val="0"/>
              </a:spcAft>
              <a:buFont typeface="Arial" panose="020B0604020202020204" pitchFamily="34" charset="0"/>
              <a:buChar char="•"/>
            </a:pPr>
            <a:r>
              <a:rPr lang="en-US"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 In the course this week, you read a lesson about how being a good academic steward can help you be a better career steward. Discuss how doing better in school helps you do better in your place of work (paid or unpaid).</a:t>
            </a:r>
          </a:p>
          <a:p>
            <a:pPr marL="742950" lvl="1" indent="-285750" rtl="0" fontAlgn="base">
              <a:spcBef>
                <a:spcPts val="0"/>
              </a:spcBef>
              <a:spcAft>
                <a:spcPts val="0"/>
              </a:spcAft>
              <a:buFont typeface="Arial" panose="020B0604020202020204" pitchFamily="34" charset="0"/>
              <a:buChar char="•"/>
            </a:pPr>
            <a:r>
              <a:rPr lang="en-US"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What are different examples of places of work where people are not paid?</a:t>
            </a:r>
          </a:p>
          <a:p>
            <a:pPr marL="742950" lvl="1" indent="-285750" rtl="0" fontAlgn="base">
              <a:spcBef>
                <a:spcPts val="0"/>
              </a:spcBef>
              <a:spcAft>
                <a:spcPts val="0"/>
              </a:spcAft>
              <a:buFont typeface="Arial" panose="020B0604020202020204" pitchFamily="34" charset="0"/>
              <a:buChar char="•"/>
            </a:pPr>
            <a:r>
              <a:rPr lang="en-US" b="0" i="0" u="none" strike="noStrike"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How can even unpaid work be combined over time into a career? (Hint: career stewardship is developing your talents so you can better serve others over a long period of time.)</a:t>
            </a:r>
          </a:p>
        </p:txBody>
      </p:sp>
      <p:sp>
        <p:nvSpPr>
          <p:cNvPr id="14" name="TextBox 13">
            <a:extLst>
              <a:ext uri="{FF2B5EF4-FFF2-40B4-BE49-F238E27FC236}">
                <a16:creationId xmlns:a16="http://schemas.microsoft.com/office/drawing/2014/main" id="{2F70D4D5-32E6-EBD9-CAB7-D18488AEFCE7}"/>
              </a:ext>
            </a:extLst>
          </p:cNvPr>
          <p:cNvSpPr txBox="1"/>
          <p:nvPr/>
        </p:nvSpPr>
        <p:spPr>
          <a:xfrm>
            <a:off x="3033726" y="1204867"/>
            <a:ext cx="6117020" cy="553998"/>
          </a:xfrm>
          <a:prstGeom prst="rect">
            <a:avLst/>
          </a:prstGeom>
          <a:noFill/>
        </p:spPr>
        <p:txBody>
          <a:bodyPr wrap="square">
            <a:spAutoFit/>
          </a:bodyPr>
          <a:lstStyle/>
          <a:p>
            <a:r>
              <a:rPr lang="en-US" sz="3000" b="1" dirty="0">
                <a:latin typeface="+mj-lt"/>
                <a:ea typeface="+mj-ea"/>
                <a:cs typeface="+mj-cs"/>
              </a:rPr>
              <a:t>Class Activity</a:t>
            </a:r>
            <a:endParaRPr lang="en-MX" sz="3000" dirty="0"/>
          </a:p>
        </p:txBody>
      </p:sp>
    </p:spTree>
    <p:extLst>
      <p:ext uri="{BB962C8B-B14F-4D97-AF65-F5344CB8AC3E}">
        <p14:creationId xmlns:p14="http://schemas.microsoft.com/office/powerpoint/2010/main" val="31191590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C11B3-AC23-48BF-DCE1-B0278E8BB4FA}"/>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21AF2BBD-7B9A-A8CF-0FCE-398847C7DC1B}"/>
              </a:ext>
            </a:extLst>
          </p:cNvPr>
          <p:cNvGrpSpPr/>
          <p:nvPr/>
        </p:nvGrpSpPr>
        <p:grpSpPr>
          <a:xfrm>
            <a:off x="-15917" y="0"/>
            <a:ext cx="12216306" cy="6964636"/>
            <a:chOff x="-24306" y="0"/>
            <a:chExt cx="12216306" cy="6964636"/>
          </a:xfrm>
        </p:grpSpPr>
        <p:pic>
          <p:nvPicPr>
            <p:cNvPr id="10" name="Picture 9">
              <a:extLst>
                <a:ext uri="{FF2B5EF4-FFF2-40B4-BE49-F238E27FC236}">
                  <a16:creationId xmlns:a16="http://schemas.microsoft.com/office/drawing/2014/main" id="{39BCBEBA-9309-6C0E-C1E0-574C204E7CB0}"/>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40645AA2-6E35-8673-E5B3-42754AB478CC}"/>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C20CCBA0-1A10-91F8-2436-F89DF507CF88}"/>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5CAD2026-0137-5608-605A-71BCB35F10C5}"/>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24" name="Rectangle 23">
            <a:extLst>
              <a:ext uri="{FF2B5EF4-FFF2-40B4-BE49-F238E27FC236}">
                <a16:creationId xmlns:a16="http://schemas.microsoft.com/office/drawing/2014/main" id="{52C7BB04-641C-8F9F-A6E8-26B312B9A3E8}"/>
              </a:ext>
            </a:extLst>
          </p:cNvPr>
          <p:cNvSpPr/>
          <p:nvPr/>
        </p:nvSpPr>
        <p:spPr>
          <a:xfrm>
            <a:off x="444786" y="1788380"/>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 name="TextBox 3">
            <a:extLst>
              <a:ext uri="{FF2B5EF4-FFF2-40B4-BE49-F238E27FC236}">
                <a16:creationId xmlns:a16="http://schemas.microsoft.com/office/drawing/2014/main" id="{0BD337ED-5A0E-A3EE-3FDE-05034B570445}"/>
              </a:ext>
            </a:extLst>
          </p:cNvPr>
          <p:cNvSpPr txBox="1"/>
          <p:nvPr/>
        </p:nvSpPr>
        <p:spPr>
          <a:xfrm>
            <a:off x="3700147" y="149453"/>
            <a:ext cx="9107215" cy="769441"/>
          </a:xfrm>
          <a:prstGeom prst="rect">
            <a:avLst/>
          </a:prstGeom>
          <a:noFill/>
        </p:spPr>
        <p:txBody>
          <a:bodyPr wrap="square">
            <a:spAutoFit/>
          </a:bodyPr>
          <a:lstStyle/>
          <a:p>
            <a:r>
              <a:rPr lang="en-US" sz="4400" b="1" i="0" u="none" strike="noStrike" dirty="0">
                <a:solidFill>
                  <a:srgbClr val="000000"/>
                </a:solidFill>
                <a:effectLst/>
                <a:latin typeface="Arial" panose="020B0604020202020204" pitchFamily="34" charset="0"/>
              </a:rPr>
              <a:t>Being a Good Steward</a:t>
            </a:r>
            <a:endParaRPr lang="en-MX" sz="4400" b="1" dirty="0">
              <a:latin typeface="+mj-lt"/>
              <a:ea typeface="+mj-ea"/>
              <a:cs typeface="+mj-cs"/>
            </a:endParaRPr>
          </a:p>
        </p:txBody>
      </p:sp>
      <p:sp>
        <p:nvSpPr>
          <p:cNvPr id="14" name="TextBox 13">
            <a:extLst>
              <a:ext uri="{FF2B5EF4-FFF2-40B4-BE49-F238E27FC236}">
                <a16:creationId xmlns:a16="http://schemas.microsoft.com/office/drawing/2014/main" id="{1F17C683-6F22-C322-18F8-A502AA72C816}"/>
              </a:ext>
            </a:extLst>
          </p:cNvPr>
          <p:cNvSpPr txBox="1"/>
          <p:nvPr/>
        </p:nvSpPr>
        <p:spPr>
          <a:xfrm>
            <a:off x="3033726" y="1146144"/>
            <a:ext cx="6117020" cy="553998"/>
          </a:xfrm>
          <a:prstGeom prst="rect">
            <a:avLst/>
          </a:prstGeom>
          <a:noFill/>
        </p:spPr>
        <p:txBody>
          <a:bodyPr wrap="square">
            <a:spAutoFit/>
          </a:bodyPr>
          <a:lstStyle/>
          <a:p>
            <a:r>
              <a:rPr lang="en-US" sz="3000" b="1" dirty="0">
                <a:latin typeface="+mj-lt"/>
                <a:ea typeface="+mj-ea"/>
                <a:cs typeface="+mj-cs"/>
              </a:rPr>
              <a:t>Discuss</a:t>
            </a:r>
            <a:endParaRPr lang="en-MX" sz="3000" dirty="0"/>
          </a:p>
        </p:txBody>
      </p:sp>
      <p:sp>
        <p:nvSpPr>
          <p:cNvPr id="3" name="TextBox 2">
            <a:extLst>
              <a:ext uri="{FF2B5EF4-FFF2-40B4-BE49-F238E27FC236}">
                <a16:creationId xmlns:a16="http://schemas.microsoft.com/office/drawing/2014/main" id="{22FE7D58-F39A-3F12-54CF-2C9EEEC4729B}"/>
              </a:ext>
            </a:extLst>
          </p:cNvPr>
          <p:cNvSpPr txBox="1"/>
          <p:nvPr/>
        </p:nvSpPr>
        <p:spPr>
          <a:xfrm>
            <a:off x="493455" y="4943046"/>
            <a:ext cx="10798127" cy="461665"/>
          </a:xfrm>
          <a:prstGeom prst="rect">
            <a:avLst/>
          </a:prstGeom>
          <a:noFill/>
        </p:spPr>
        <p:txBody>
          <a:bodyPr wrap="square">
            <a:spAutoFit/>
          </a:bodyPr>
          <a:lstStyle/>
          <a:p>
            <a:pPr rtl="0">
              <a:spcBef>
                <a:spcPts val="0"/>
              </a:spcBef>
              <a:spcAft>
                <a:spcPts val="0"/>
              </a:spcAft>
            </a:pPr>
            <a:r>
              <a:rPr lang="en-US" sz="2400" b="1" dirty="0">
                <a:solidFill>
                  <a:srgbClr val="000000"/>
                </a:solidFill>
                <a:latin typeface="Arial" panose="020B0604020202020204" pitchFamily="34" charset="0"/>
              </a:rPr>
              <a:t>H</a:t>
            </a:r>
            <a:r>
              <a:rPr lang="en-US" sz="2400" b="1" i="0" u="none" strike="noStrike" dirty="0">
                <a:solidFill>
                  <a:srgbClr val="000000"/>
                </a:solidFill>
                <a:effectLst/>
                <a:latin typeface="Arial" panose="020B0604020202020204" pitchFamily="34" charset="0"/>
              </a:rPr>
              <a:t>ow the student was a good academic and career steward ?</a:t>
            </a:r>
            <a:endParaRPr lang="en-US" sz="2400" b="1" dirty="0">
              <a:effectLst/>
            </a:endParaRPr>
          </a:p>
        </p:txBody>
      </p:sp>
      <p:sp>
        <p:nvSpPr>
          <p:cNvPr id="7" name="TextBox 6">
            <a:extLst>
              <a:ext uri="{FF2B5EF4-FFF2-40B4-BE49-F238E27FC236}">
                <a16:creationId xmlns:a16="http://schemas.microsoft.com/office/drawing/2014/main" id="{9C57CC2F-6DE5-2B34-63D4-A0C3D9DABB5B}"/>
              </a:ext>
            </a:extLst>
          </p:cNvPr>
          <p:cNvSpPr txBox="1"/>
          <p:nvPr/>
        </p:nvSpPr>
        <p:spPr>
          <a:xfrm>
            <a:off x="493455" y="2729190"/>
            <a:ext cx="11066573" cy="1938992"/>
          </a:xfrm>
          <a:prstGeom prst="rect">
            <a:avLst/>
          </a:prstGeom>
          <a:noFill/>
        </p:spPr>
        <p:txBody>
          <a:bodyPr wrap="square">
            <a:spAutoFit/>
          </a:bodyPr>
          <a:lstStyle/>
          <a:p>
            <a:r>
              <a:rPr lang="en-US" sz="2400" b="0" i="0" u="none" strike="noStrike" dirty="0">
                <a:solidFill>
                  <a:srgbClr val="000000"/>
                </a:solidFill>
                <a:effectLst/>
                <a:latin typeface="Arial" panose="020B0604020202020204" pitchFamily="34" charset="0"/>
              </a:rPr>
              <a:t>Esteban was a </a:t>
            </a:r>
            <a:r>
              <a:rPr lang="en-US" sz="2400" b="0" i="0" u="none" strike="noStrike" dirty="0" err="1">
                <a:solidFill>
                  <a:srgbClr val="000000"/>
                </a:solidFill>
                <a:effectLst/>
                <a:latin typeface="Arial" panose="020B0604020202020204" pitchFamily="34" charset="0"/>
              </a:rPr>
              <a:t>PathwayConnect</a:t>
            </a:r>
            <a:r>
              <a:rPr lang="en-US" sz="2400" b="0" i="0" u="none" strike="noStrike" dirty="0">
                <a:solidFill>
                  <a:srgbClr val="000000"/>
                </a:solidFill>
                <a:effectLst/>
                <a:latin typeface="Arial" panose="020B0604020202020204" pitchFamily="34" charset="0"/>
              </a:rPr>
              <a:t> student in Europe who studied hard. The course material he studied helped him get a new job at a call center that tripled his annual income, even before he finished </a:t>
            </a:r>
            <a:r>
              <a:rPr lang="en-US" sz="2400" b="0" i="0" u="none" strike="noStrike" dirty="0" err="1">
                <a:solidFill>
                  <a:srgbClr val="000000"/>
                </a:solidFill>
                <a:effectLst/>
                <a:latin typeface="Arial" panose="020B0604020202020204" pitchFamily="34" charset="0"/>
              </a:rPr>
              <a:t>PathwayConnect</a:t>
            </a:r>
            <a:r>
              <a:rPr lang="en-US" sz="2400" b="0" i="0" u="none" strike="noStrike" dirty="0">
                <a:solidFill>
                  <a:srgbClr val="000000"/>
                </a:solidFill>
                <a:effectLst/>
                <a:latin typeface="Arial" panose="020B0604020202020204" pitchFamily="34" charset="0"/>
              </a:rPr>
              <a:t>. He plans on continuing his studies so he can increase his ability to provide for his growing family.</a:t>
            </a:r>
            <a:endParaRPr lang="en-MX" sz="2400" dirty="0"/>
          </a:p>
        </p:txBody>
      </p:sp>
      <p:sp>
        <p:nvSpPr>
          <p:cNvPr id="15" name="TextBox 14">
            <a:extLst>
              <a:ext uri="{FF2B5EF4-FFF2-40B4-BE49-F238E27FC236}">
                <a16:creationId xmlns:a16="http://schemas.microsoft.com/office/drawing/2014/main" id="{2F4A33A5-87E5-CB5C-DB38-462BCD8C0079}"/>
              </a:ext>
            </a:extLst>
          </p:cNvPr>
          <p:cNvSpPr txBox="1"/>
          <p:nvPr/>
        </p:nvSpPr>
        <p:spPr>
          <a:xfrm>
            <a:off x="493455" y="2014701"/>
            <a:ext cx="10939677" cy="461665"/>
          </a:xfrm>
          <a:prstGeom prst="rect">
            <a:avLst/>
          </a:prstGeom>
          <a:noFill/>
        </p:spPr>
        <p:txBody>
          <a:bodyPr wrap="square">
            <a:spAutoFit/>
          </a:bodyPr>
          <a:lstStyle/>
          <a:p>
            <a:pPr rtl="0">
              <a:spcBef>
                <a:spcPts val="0"/>
              </a:spcBef>
              <a:spcAft>
                <a:spcPts val="0"/>
              </a:spcAft>
            </a:pPr>
            <a:r>
              <a:rPr lang="en-US" sz="2400" b="0" i="1" u="none" strike="noStrike" dirty="0">
                <a:solidFill>
                  <a:srgbClr val="000000"/>
                </a:solidFill>
                <a:effectLst/>
                <a:latin typeface="Arial" panose="020B0604020202020204" pitchFamily="34" charset="0"/>
              </a:rPr>
              <a:t>Review the following true stories from this week's lesson</a:t>
            </a:r>
            <a:endParaRPr lang="en-MX" sz="2400" i="1" dirty="0"/>
          </a:p>
        </p:txBody>
      </p:sp>
    </p:spTree>
    <p:extLst>
      <p:ext uri="{BB962C8B-B14F-4D97-AF65-F5344CB8AC3E}">
        <p14:creationId xmlns:p14="http://schemas.microsoft.com/office/powerpoint/2010/main" val="2849980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3209C-E9FB-F724-CA61-C820F43E0379}"/>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0DA04ABC-6C63-6F53-B648-DFC9AEE2555B}"/>
              </a:ext>
            </a:extLst>
          </p:cNvPr>
          <p:cNvGrpSpPr/>
          <p:nvPr/>
        </p:nvGrpSpPr>
        <p:grpSpPr>
          <a:xfrm>
            <a:off x="-15917" y="0"/>
            <a:ext cx="12216306" cy="6964636"/>
            <a:chOff x="-24306" y="0"/>
            <a:chExt cx="12216306" cy="6964636"/>
          </a:xfrm>
        </p:grpSpPr>
        <p:pic>
          <p:nvPicPr>
            <p:cNvPr id="10" name="Picture 9">
              <a:extLst>
                <a:ext uri="{FF2B5EF4-FFF2-40B4-BE49-F238E27FC236}">
                  <a16:creationId xmlns:a16="http://schemas.microsoft.com/office/drawing/2014/main" id="{432C05E0-60FB-DB1F-BC55-26BDB51F1477}"/>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C74980E1-3942-9F74-A876-4F8C6E8F3BE8}"/>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C4717B5F-9997-F218-4BDA-932178399D9C}"/>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D654FFB6-B9ED-21D0-C5B3-D7F3A9EC0B09}"/>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24" name="Rectangle 23">
            <a:extLst>
              <a:ext uri="{FF2B5EF4-FFF2-40B4-BE49-F238E27FC236}">
                <a16:creationId xmlns:a16="http://schemas.microsoft.com/office/drawing/2014/main" id="{C343C4A4-7EBD-0071-2B73-4BC50E1DE5C7}"/>
              </a:ext>
            </a:extLst>
          </p:cNvPr>
          <p:cNvSpPr/>
          <p:nvPr/>
        </p:nvSpPr>
        <p:spPr>
          <a:xfrm>
            <a:off x="444786" y="1788380"/>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 name="TextBox 3">
            <a:extLst>
              <a:ext uri="{FF2B5EF4-FFF2-40B4-BE49-F238E27FC236}">
                <a16:creationId xmlns:a16="http://schemas.microsoft.com/office/drawing/2014/main" id="{5D71CF8E-4EF5-4E6D-970D-AD03A03EBED4}"/>
              </a:ext>
            </a:extLst>
          </p:cNvPr>
          <p:cNvSpPr txBox="1"/>
          <p:nvPr/>
        </p:nvSpPr>
        <p:spPr>
          <a:xfrm>
            <a:off x="3700147" y="149453"/>
            <a:ext cx="9107215" cy="769441"/>
          </a:xfrm>
          <a:prstGeom prst="rect">
            <a:avLst/>
          </a:prstGeom>
          <a:noFill/>
        </p:spPr>
        <p:txBody>
          <a:bodyPr wrap="square">
            <a:spAutoFit/>
          </a:bodyPr>
          <a:lstStyle/>
          <a:p>
            <a:r>
              <a:rPr lang="en-US" sz="4400" b="1" i="0" u="none" strike="noStrike" dirty="0">
                <a:solidFill>
                  <a:srgbClr val="000000"/>
                </a:solidFill>
                <a:effectLst/>
                <a:latin typeface="Arial" panose="020B0604020202020204" pitchFamily="34" charset="0"/>
              </a:rPr>
              <a:t>Being a Good Steward</a:t>
            </a:r>
            <a:endParaRPr lang="en-MX" sz="4400" b="1" dirty="0">
              <a:latin typeface="+mj-lt"/>
              <a:ea typeface="+mj-ea"/>
              <a:cs typeface="+mj-cs"/>
            </a:endParaRPr>
          </a:p>
        </p:txBody>
      </p:sp>
      <p:sp>
        <p:nvSpPr>
          <p:cNvPr id="14" name="TextBox 13">
            <a:extLst>
              <a:ext uri="{FF2B5EF4-FFF2-40B4-BE49-F238E27FC236}">
                <a16:creationId xmlns:a16="http://schemas.microsoft.com/office/drawing/2014/main" id="{526E613A-967C-C7D3-D999-679543F64D2A}"/>
              </a:ext>
            </a:extLst>
          </p:cNvPr>
          <p:cNvSpPr txBox="1"/>
          <p:nvPr/>
        </p:nvSpPr>
        <p:spPr>
          <a:xfrm>
            <a:off x="3033726" y="1146144"/>
            <a:ext cx="6117020" cy="553998"/>
          </a:xfrm>
          <a:prstGeom prst="rect">
            <a:avLst/>
          </a:prstGeom>
          <a:noFill/>
        </p:spPr>
        <p:txBody>
          <a:bodyPr wrap="square">
            <a:spAutoFit/>
          </a:bodyPr>
          <a:lstStyle/>
          <a:p>
            <a:r>
              <a:rPr lang="en-US" sz="3000" b="1" dirty="0">
                <a:latin typeface="+mj-lt"/>
                <a:ea typeface="+mj-ea"/>
                <a:cs typeface="+mj-cs"/>
              </a:rPr>
              <a:t>Discuss</a:t>
            </a:r>
            <a:endParaRPr lang="en-MX" sz="3000" dirty="0"/>
          </a:p>
        </p:txBody>
      </p:sp>
      <p:sp>
        <p:nvSpPr>
          <p:cNvPr id="3" name="TextBox 2">
            <a:extLst>
              <a:ext uri="{FF2B5EF4-FFF2-40B4-BE49-F238E27FC236}">
                <a16:creationId xmlns:a16="http://schemas.microsoft.com/office/drawing/2014/main" id="{C8A7E3FF-33A0-DB57-9D98-E9E1B43119FE}"/>
              </a:ext>
            </a:extLst>
          </p:cNvPr>
          <p:cNvSpPr txBox="1"/>
          <p:nvPr/>
        </p:nvSpPr>
        <p:spPr>
          <a:xfrm>
            <a:off x="444786" y="5591512"/>
            <a:ext cx="10798127" cy="461665"/>
          </a:xfrm>
          <a:prstGeom prst="rect">
            <a:avLst/>
          </a:prstGeom>
          <a:noFill/>
        </p:spPr>
        <p:txBody>
          <a:bodyPr wrap="square">
            <a:spAutoFit/>
          </a:bodyPr>
          <a:lstStyle/>
          <a:p>
            <a:pPr rtl="0">
              <a:spcBef>
                <a:spcPts val="0"/>
              </a:spcBef>
              <a:spcAft>
                <a:spcPts val="0"/>
              </a:spcAft>
            </a:pPr>
            <a:r>
              <a:rPr lang="en-US" sz="2400" b="1" dirty="0">
                <a:solidFill>
                  <a:srgbClr val="000000"/>
                </a:solidFill>
                <a:latin typeface="Arial" panose="020B0604020202020204" pitchFamily="34" charset="0"/>
              </a:rPr>
              <a:t>H</a:t>
            </a:r>
            <a:r>
              <a:rPr lang="en-US" sz="2400" b="1" i="0" u="none" strike="noStrike" dirty="0">
                <a:solidFill>
                  <a:srgbClr val="000000"/>
                </a:solidFill>
                <a:effectLst/>
                <a:latin typeface="Arial" panose="020B0604020202020204" pitchFamily="34" charset="0"/>
              </a:rPr>
              <a:t>ow the student was a good academic and career steward ?</a:t>
            </a:r>
            <a:endParaRPr lang="en-US" sz="2400" b="1" dirty="0">
              <a:effectLst/>
            </a:endParaRPr>
          </a:p>
        </p:txBody>
      </p:sp>
      <p:sp>
        <p:nvSpPr>
          <p:cNvPr id="7" name="TextBox 6">
            <a:extLst>
              <a:ext uri="{FF2B5EF4-FFF2-40B4-BE49-F238E27FC236}">
                <a16:creationId xmlns:a16="http://schemas.microsoft.com/office/drawing/2014/main" id="{2250A5FF-7F43-FCB2-F5D9-6450791F52A2}"/>
              </a:ext>
            </a:extLst>
          </p:cNvPr>
          <p:cNvSpPr txBox="1"/>
          <p:nvPr/>
        </p:nvSpPr>
        <p:spPr>
          <a:xfrm>
            <a:off x="444786" y="2650824"/>
            <a:ext cx="11066573" cy="2677656"/>
          </a:xfrm>
          <a:prstGeom prst="rect">
            <a:avLst/>
          </a:prstGeom>
          <a:noFill/>
        </p:spPr>
        <p:txBody>
          <a:bodyPr wrap="square">
            <a:spAutoFit/>
          </a:bodyPr>
          <a:lstStyle/>
          <a:p>
            <a:pPr rtl="0" fontAlgn="base">
              <a:spcBef>
                <a:spcPts val="0"/>
              </a:spcBef>
              <a:spcAft>
                <a:spcPts val="0"/>
              </a:spcAft>
            </a:pPr>
            <a:r>
              <a:rPr lang="en-US" sz="2400" b="0" i="0" u="none" strike="noStrike" dirty="0">
                <a:solidFill>
                  <a:srgbClr val="000000"/>
                </a:solidFill>
                <a:effectLst/>
                <a:latin typeface="Arial" panose="020B0604020202020204" pitchFamily="34" charset="0"/>
              </a:rPr>
              <a:t>Cho applied what she learned about spreadsheets in her </a:t>
            </a:r>
            <a:r>
              <a:rPr lang="en-US" sz="2400" b="0" i="0" u="none" strike="noStrike" dirty="0" err="1">
                <a:solidFill>
                  <a:srgbClr val="000000"/>
                </a:solidFill>
                <a:effectLst/>
                <a:latin typeface="Arial" panose="020B0604020202020204" pitchFamily="34" charset="0"/>
              </a:rPr>
              <a:t>PathwayConnect</a:t>
            </a:r>
            <a:r>
              <a:rPr lang="en-US" sz="2400" b="0" i="0" u="none" strike="noStrike" dirty="0">
                <a:solidFill>
                  <a:srgbClr val="000000"/>
                </a:solidFill>
                <a:effectLst/>
                <a:latin typeface="Arial" panose="020B0604020202020204" pitchFamily="34" charset="0"/>
              </a:rPr>
              <a:t> courses to her current job in a home for elderly patients in the United States. Her boss was amazed at Cho's ability to use certain features of spreadsheets and asked Cho to teach her. Cho was happy that she had an opportunity to teach her boss and demonstrate her skills. She was glad she took the opportunity to talk to her boss about her new skills. She felt confident this would lead to future opportunities for promotions, a raise in pay, or both.</a:t>
            </a:r>
          </a:p>
        </p:txBody>
      </p:sp>
      <p:sp>
        <p:nvSpPr>
          <p:cNvPr id="15" name="TextBox 14">
            <a:extLst>
              <a:ext uri="{FF2B5EF4-FFF2-40B4-BE49-F238E27FC236}">
                <a16:creationId xmlns:a16="http://schemas.microsoft.com/office/drawing/2014/main" id="{5EF631E8-CA71-2C64-EB55-8ECB8CBE9423}"/>
              </a:ext>
            </a:extLst>
          </p:cNvPr>
          <p:cNvSpPr txBox="1"/>
          <p:nvPr/>
        </p:nvSpPr>
        <p:spPr>
          <a:xfrm>
            <a:off x="493455" y="2014701"/>
            <a:ext cx="10939677" cy="461665"/>
          </a:xfrm>
          <a:prstGeom prst="rect">
            <a:avLst/>
          </a:prstGeom>
          <a:noFill/>
        </p:spPr>
        <p:txBody>
          <a:bodyPr wrap="square">
            <a:spAutoFit/>
          </a:bodyPr>
          <a:lstStyle/>
          <a:p>
            <a:pPr rtl="0">
              <a:spcBef>
                <a:spcPts val="0"/>
              </a:spcBef>
              <a:spcAft>
                <a:spcPts val="0"/>
              </a:spcAft>
            </a:pPr>
            <a:r>
              <a:rPr lang="en-US" sz="2400" b="0" i="1" u="none" strike="noStrike" dirty="0">
                <a:solidFill>
                  <a:srgbClr val="000000"/>
                </a:solidFill>
                <a:effectLst/>
                <a:latin typeface="Arial" panose="020B0604020202020204" pitchFamily="34" charset="0"/>
              </a:rPr>
              <a:t>Review the following true stories from this week's lesson</a:t>
            </a:r>
            <a:endParaRPr lang="en-MX" sz="2400" i="1" dirty="0"/>
          </a:p>
        </p:txBody>
      </p:sp>
    </p:spTree>
    <p:extLst>
      <p:ext uri="{BB962C8B-B14F-4D97-AF65-F5344CB8AC3E}">
        <p14:creationId xmlns:p14="http://schemas.microsoft.com/office/powerpoint/2010/main" val="13257844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7D77D-5BA8-54F4-241E-942D3C3D851F}"/>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E07F14AA-6BEE-2A2C-41B0-39AEC1CF11D9}"/>
              </a:ext>
            </a:extLst>
          </p:cNvPr>
          <p:cNvGrpSpPr/>
          <p:nvPr/>
        </p:nvGrpSpPr>
        <p:grpSpPr>
          <a:xfrm>
            <a:off x="-15917" y="0"/>
            <a:ext cx="12216306" cy="6964636"/>
            <a:chOff x="-24306" y="0"/>
            <a:chExt cx="12216306" cy="6964636"/>
          </a:xfrm>
        </p:grpSpPr>
        <p:pic>
          <p:nvPicPr>
            <p:cNvPr id="10" name="Picture 9">
              <a:extLst>
                <a:ext uri="{FF2B5EF4-FFF2-40B4-BE49-F238E27FC236}">
                  <a16:creationId xmlns:a16="http://schemas.microsoft.com/office/drawing/2014/main" id="{EF501748-5375-7257-E818-F579AC157288}"/>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83F5AFAD-B0A5-AA6B-0741-396D72348D72}"/>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B0BBAFB8-2945-D5C7-64EF-3718B5C3E921}"/>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922A8CEE-0B0C-242E-92FB-466B403D0262}"/>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24" name="Rectangle 23">
            <a:extLst>
              <a:ext uri="{FF2B5EF4-FFF2-40B4-BE49-F238E27FC236}">
                <a16:creationId xmlns:a16="http://schemas.microsoft.com/office/drawing/2014/main" id="{697E0BBD-3A7B-7F81-EC98-F8F0114E4C7F}"/>
              </a:ext>
            </a:extLst>
          </p:cNvPr>
          <p:cNvSpPr/>
          <p:nvPr/>
        </p:nvSpPr>
        <p:spPr>
          <a:xfrm>
            <a:off x="444786" y="1788380"/>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 name="TextBox 3">
            <a:extLst>
              <a:ext uri="{FF2B5EF4-FFF2-40B4-BE49-F238E27FC236}">
                <a16:creationId xmlns:a16="http://schemas.microsoft.com/office/drawing/2014/main" id="{7CC75F3C-42E8-AAF7-E29E-E1EED21E8BAF}"/>
              </a:ext>
            </a:extLst>
          </p:cNvPr>
          <p:cNvSpPr txBox="1"/>
          <p:nvPr/>
        </p:nvSpPr>
        <p:spPr>
          <a:xfrm>
            <a:off x="3700147" y="149453"/>
            <a:ext cx="9107215" cy="769441"/>
          </a:xfrm>
          <a:prstGeom prst="rect">
            <a:avLst/>
          </a:prstGeom>
          <a:noFill/>
        </p:spPr>
        <p:txBody>
          <a:bodyPr wrap="square">
            <a:spAutoFit/>
          </a:bodyPr>
          <a:lstStyle/>
          <a:p>
            <a:r>
              <a:rPr lang="en-US" sz="4400" b="1" i="0" u="none" strike="noStrike" dirty="0">
                <a:solidFill>
                  <a:srgbClr val="000000"/>
                </a:solidFill>
                <a:effectLst/>
                <a:latin typeface="Arial" panose="020B0604020202020204" pitchFamily="34" charset="0"/>
              </a:rPr>
              <a:t>Being a Good Steward</a:t>
            </a:r>
            <a:endParaRPr lang="en-MX" sz="4400" b="1" dirty="0">
              <a:latin typeface="+mj-lt"/>
              <a:ea typeface="+mj-ea"/>
              <a:cs typeface="+mj-cs"/>
            </a:endParaRPr>
          </a:p>
        </p:txBody>
      </p:sp>
      <p:sp>
        <p:nvSpPr>
          <p:cNvPr id="14" name="TextBox 13">
            <a:extLst>
              <a:ext uri="{FF2B5EF4-FFF2-40B4-BE49-F238E27FC236}">
                <a16:creationId xmlns:a16="http://schemas.microsoft.com/office/drawing/2014/main" id="{F696A16F-5F98-98B4-D7BA-33140E5F3C87}"/>
              </a:ext>
            </a:extLst>
          </p:cNvPr>
          <p:cNvSpPr txBox="1"/>
          <p:nvPr/>
        </p:nvSpPr>
        <p:spPr>
          <a:xfrm>
            <a:off x="3033726" y="1146144"/>
            <a:ext cx="6117020" cy="553998"/>
          </a:xfrm>
          <a:prstGeom prst="rect">
            <a:avLst/>
          </a:prstGeom>
          <a:noFill/>
        </p:spPr>
        <p:txBody>
          <a:bodyPr wrap="square">
            <a:spAutoFit/>
          </a:bodyPr>
          <a:lstStyle/>
          <a:p>
            <a:r>
              <a:rPr lang="en-US" sz="3000" b="1" dirty="0">
                <a:latin typeface="+mj-lt"/>
                <a:ea typeface="+mj-ea"/>
                <a:cs typeface="+mj-cs"/>
              </a:rPr>
              <a:t>Discuss</a:t>
            </a:r>
            <a:endParaRPr lang="en-MX" sz="3000" dirty="0"/>
          </a:p>
        </p:txBody>
      </p:sp>
      <p:sp>
        <p:nvSpPr>
          <p:cNvPr id="3" name="TextBox 2">
            <a:extLst>
              <a:ext uri="{FF2B5EF4-FFF2-40B4-BE49-F238E27FC236}">
                <a16:creationId xmlns:a16="http://schemas.microsoft.com/office/drawing/2014/main" id="{C297660F-1A44-2382-9C35-694D67618B59}"/>
              </a:ext>
            </a:extLst>
          </p:cNvPr>
          <p:cNvSpPr txBox="1"/>
          <p:nvPr/>
        </p:nvSpPr>
        <p:spPr>
          <a:xfrm>
            <a:off x="444786" y="5591512"/>
            <a:ext cx="10798127" cy="461665"/>
          </a:xfrm>
          <a:prstGeom prst="rect">
            <a:avLst/>
          </a:prstGeom>
          <a:noFill/>
        </p:spPr>
        <p:txBody>
          <a:bodyPr wrap="square">
            <a:spAutoFit/>
          </a:bodyPr>
          <a:lstStyle/>
          <a:p>
            <a:pPr rtl="0">
              <a:spcBef>
                <a:spcPts val="0"/>
              </a:spcBef>
              <a:spcAft>
                <a:spcPts val="0"/>
              </a:spcAft>
            </a:pPr>
            <a:r>
              <a:rPr lang="en-US" sz="2400" b="1" dirty="0">
                <a:solidFill>
                  <a:srgbClr val="000000"/>
                </a:solidFill>
                <a:latin typeface="Arial" panose="020B0604020202020204" pitchFamily="34" charset="0"/>
              </a:rPr>
              <a:t>H</a:t>
            </a:r>
            <a:r>
              <a:rPr lang="en-US" sz="2400" b="1" i="0" u="none" strike="noStrike" dirty="0">
                <a:solidFill>
                  <a:srgbClr val="000000"/>
                </a:solidFill>
                <a:effectLst/>
                <a:latin typeface="Arial" panose="020B0604020202020204" pitchFamily="34" charset="0"/>
              </a:rPr>
              <a:t>ow the student was a good academic and career steward ?</a:t>
            </a:r>
            <a:endParaRPr lang="en-US" sz="2400" b="1" dirty="0">
              <a:effectLst/>
            </a:endParaRPr>
          </a:p>
        </p:txBody>
      </p:sp>
      <p:sp>
        <p:nvSpPr>
          <p:cNvPr id="7" name="TextBox 6">
            <a:extLst>
              <a:ext uri="{FF2B5EF4-FFF2-40B4-BE49-F238E27FC236}">
                <a16:creationId xmlns:a16="http://schemas.microsoft.com/office/drawing/2014/main" id="{2644358E-A9CD-0AE6-9DCD-2A0313FE643F}"/>
              </a:ext>
            </a:extLst>
          </p:cNvPr>
          <p:cNvSpPr txBox="1"/>
          <p:nvPr/>
        </p:nvSpPr>
        <p:spPr>
          <a:xfrm>
            <a:off x="444786" y="2827731"/>
            <a:ext cx="11066573" cy="1938992"/>
          </a:xfrm>
          <a:prstGeom prst="rect">
            <a:avLst/>
          </a:prstGeom>
          <a:noFill/>
        </p:spPr>
        <p:txBody>
          <a:bodyPr wrap="square">
            <a:spAutoFit/>
          </a:bodyPr>
          <a:lstStyle/>
          <a:p>
            <a:pPr rtl="0" fontAlgn="base">
              <a:spcBef>
                <a:spcPts val="0"/>
              </a:spcBef>
              <a:spcAft>
                <a:spcPts val="0"/>
              </a:spcAft>
            </a:pPr>
            <a:r>
              <a:rPr lang="en-US" sz="2400" b="0" i="0" u="none" strike="noStrike" dirty="0">
                <a:solidFill>
                  <a:srgbClr val="000000"/>
                </a:solidFill>
                <a:effectLst/>
                <a:latin typeface="Arial" panose="020B0604020202020204" pitchFamily="34" charset="0"/>
              </a:rPr>
              <a:t>Marta was a </a:t>
            </a:r>
            <a:r>
              <a:rPr lang="en-US" sz="2400" b="0" i="0" u="none" strike="noStrike" dirty="0" err="1">
                <a:solidFill>
                  <a:srgbClr val="000000"/>
                </a:solidFill>
                <a:effectLst/>
                <a:latin typeface="Arial" panose="020B0604020202020204" pitchFamily="34" charset="0"/>
              </a:rPr>
              <a:t>PathwayConnect</a:t>
            </a:r>
            <a:r>
              <a:rPr lang="en-US" sz="2400" b="0" i="0" u="none" strike="noStrike" dirty="0">
                <a:solidFill>
                  <a:srgbClr val="000000"/>
                </a:solidFill>
                <a:effectLst/>
                <a:latin typeface="Arial" panose="020B0604020202020204" pitchFamily="34" charset="0"/>
              </a:rPr>
              <a:t> student and full-time mother who learned she was an inspiration to her teenage daughter. After she saw her mother studying diligently for weeks, the daughter resolved that she too could do it, and her efforts in school improved. Marta and her daughter grew closer through this experience.</a:t>
            </a:r>
          </a:p>
        </p:txBody>
      </p:sp>
      <p:sp>
        <p:nvSpPr>
          <p:cNvPr id="15" name="TextBox 14">
            <a:extLst>
              <a:ext uri="{FF2B5EF4-FFF2-40B4-BE49-F238E27FC236}">
                <a16:creationId xmlns:a16="http://schemas.microsoft.com/office/drawing/2014/main" id="{03B7846E-9ABE-CDF2-E5BE-5AC9BC97AD15}"/>
              </a:ext>
            </a:extLst>
          </p:cNvPr>
          <p:cNvSpPr txBox="1"/>
          <p:nvPr/>
        </p:nvSpPr>
        <p:spPr>
          <a:xfrm>
            <a:off x="493455" y="2014701"/>
            <a:ext cx="10939677" cy="461665"/>
          </a:xfrm>
          <a:prstGeom prst="rect">
            <a:avLst/>
          </a:prstGeom>
          <a:noFill/>
        </p:spPr>
        <p:txBody>
          <a:bodyPr wrap="square">
            <a:spAutoFit/>
          </a:bodyPr>
          <a:lstStyle/>
          <a:p>
            <a:pPr rtl="0">
              <a:spcBef>
                <a:spcPts val="0"/>
              </a:spcBef>
              <a:spcAft>
                <a:spcPts val="0"/>
              </a:spcAft>
            </a:pPr>
            <a:r>
              <a:rPr lang="en-US" sz="2400" b="0" i="1" u="none" strike="noStrike" dirty="0">
                <a:solidFill>
                  <a:srgbClr val="000000"/>
                </a:solidFill>
                <a:effectLst/>
                <a:latin typeface="Arial" panose="020B0604020202020204" pitchFamily="34" charset="0"/>
              </a:rPr>
              <a:t>Review the following true stories from this week's lesson</a:t>
            </a:r>
            <a:endParaRPr lang="en-MX" sz="2400" i="1" dirty="0"/>
          </a:p>
        </p:txBody>
      </p:sp>
    </p:spTree>
    <p:extLst>
      <p:ext uri="{BB962C8B-B14F-4D97-AF65-F5344CB8AC3E}">
        <p14:creationId xmlns:p14="http://schemas.microsoft.com/office/powerpoint/2010/main" val="30624700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BACFD-AA4F-1601-E6B4-7ED872AB2D63}"/>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39EF0889-3D66-C145-24B6-14520F58C055}"/>
              </a:ext>
            </a:extLst>
          </p:cNvPr>
          <p:cNvGrpSpPr/>
          <p:nvPr/>
        </p:nvGrpSpPr>
        <p:grpSpPr>
          <a:xfrm>
            <a:off x="-15917" y="0"/>
            <a:ext cx="12216306" cy="6964636"/>
            <a:chOff x="-24306" y="0"/>
            <a:chExt cx="12216306" cy="6964636"/>
          </a:xfrm>
        </p:grpSpPr>
        <p:pic>
          <p:nvPicPr>
            <p:cNvPr id="10" name="Picture 9">
              <a:extLst>
                <a:ext uri="{FF2B5EF4-FFF2-40B4-BE49-F238E27FC236}">
                  <a16:creationId xmlns:a16="http://schemas.microsoft.com/office/drawing/2014/main" id="{C7BF7DBC-B76D-D45D-0279-404D13E5A433}"/>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823B1059-9498-D393-B32E-5D85AC0E8C59}"/>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255AF3C1-2787-C49A-0CD7-9A1095718121}"/>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7E3B34A9-7E0D-95E4-8B46-FCEBA36727C3}"/>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24" name="Rectangle 23">
            <a:extLst>
              <a:ext uri="{FF2B5EF4-FFF2-40B4-BE49-F238E27FC236}">
                <a16:creationId xmlns:a16="http://schemas.microsoft.com/office/drawing/2014/main" id="{60CC115A-B6E2-A6CF-509E-179AB7C1C7F5}"/>
              </a:ext>
            </a:extLst>
          </p:cNvPr>
          <p:cNvSpPr/>
          <p:nvPr/>
        </p:nvSpPr>
        <p:spPr>
          <a:xfrm>
            <a:off x="444786" y="1788380"/>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 name="TextBox 3">
            <a:extLst>
              <a:ext uri="{FF2B5EF4-FFF2-40B4-BE49-F238E27FC236}">
                <a16:creationId xmlns:a16="http://schemas.microsoft.com/office/drawing/2014/main" id="{971E8520-D000-4A80-63E5-70CAD9E0349D}"/>
              </a:ext>
            </a:extLst>
          </p:cNvPr>
          <p:cNvSpPr txBox="1"/>
          <p:nvPr/>
        </p:nvSpPr>
        <p:spPr>
          <a:xfrm>
            <a:off x="3700147" y="149453"/>
            <a:ext cx="9107215" cy="769441"/>
          </a:xfrm>
          <a:prstGeom prst="rect">
            <a:avLst/>
          </a:prstGeom>
          <a:noFill/>
        </p:spPr>
        <p:txBody>
          <a:bodyPr wrap="square">
            <a:spAutoFit/>
          </a:bodyPr>
          <a:lstStyle/>
          <a:p>
            <a:r>
              <a:rPr lang="en-US" sz="4400" b="1" i="0" u="none" strike="noStrike" dirty="0">
                <a:solidFill>
                  <a:srgbClr val="000000"/>
                </a:solidFill>
                <a:effectLst/>
                <a:latin typeface="Arial" panose="020B0604020202020204" pitchFamily="34" charset="0"/>
              </a:rPr>
              <a:t>Being a Good Steward</a:t>
            </a:r>
            <a:endParaRPr lang="en-MX" sz="4400" b="1" dirty="0">
              <a:latin typeface="+mj-lt"/>
              <a:ea typeface="+mj-ea"/>
              <a:cs typeface="+mj-cs"/>
            </a:endParaRPr>
          </a:p>
        </p:txBody>
      </p:sp>
      <p:sp>
        <p:nvSpPr>
          <p:cNvPr id="14" name="TextBox 13">
            <a:extLst>
              <a:ext uri="{FF2B5EF4-FFF2-40B4-BE49-F238E27FC236}">
                <a16:creationId xmlns:a16="http://schemas.microsoft.com/office/drawing/2014/main" id="{026FEE41-E2D0-C5F2-9B6A-65AFC9D8CE2B}"/>
              </a:ext>
            </a:extLst>
          </p:cNvPr>
          <p:cNvSpPr txBox="1"/>
          <p:nvPr/>
        </p:nvSpPr>
        <p:spPr>
          <a:xfrm>
            <a:off x="3033726" y="1146144"/>
            <a:ext cx="6117020" cy="553998"/>
          </a:xfrm>
          <a:prstGeom prst="rect">
            <a:avLst/>
          </a:prstGeom>
          <a:noFill/>
        </p:spPr>
        <p:txBody>
          <a:bodyPr wrap="square">
            <a:spAutoFit/>
          </a:bodyPr>
          <a:lstStyle/>
          <a:p>
            <a:r>
              <a:rPr lang="en-US" sz="3000" b="1" dirty="0">
                <a:latin typeface="+mj-lt"/>
                <a:ea typeface="+mj-ea"/>
                <a:cs typeface="+mj-cs"/>
              </a:rPr>
              <a:t>Discuss</a:t>
            </a:r>
            <a:endParaRPr lang="en-MX" sz="3000" dirty="0"/>
          </a:p>
        </p:txBody>
      </p:sp>
      <p:sp>
        <p:nvSpPr>
          <p:cNvPr id="3" name="TextBox 2">
            <a:extLst>
              <a:ext uri="{FF2B5EF4-FFF2-40B4-BE49-F238E27FC236}">
                <a16:creationId xmlns:a16="http://schemas.microsoft.com/office/drawing/2014/main" id="{30069F7D-42EB-57E0-107C-409DEA95437F}"/>
              </a:ext>
            </a:extLst>
          </p:cNvPr>
          <p:cNvSpPr txBox="1"/>
          <p:nvPr/>
        </p:nvSpPr>
        <p:spPr>
          <a:xfrm>
            <a:off x="444786" y="5591512"/>
            <a:ext cx="10798127" cy="461665"/>
          </a:xfrm>
          <a:prstGeom prst="rect">
            <a:avLst/>
          </a:prstGeom>
          <a:noFill/>
        </p:spPr>
        <p:txBody>
          <a:bodyPr wrap="square">
            <a:spAutoFit/>
          </a:bodyPr>
          <a:lstStyle/>
          <a:p>
            <a:pPr rtl="0">
              <a:spcBef>
                <a:spcPts val="0"/>
              </a:spcBef>
              <a:spcAft>
                <a:spcPts val="0"/>
              </a:spcAft>
            </a:pPr>
            <a:r>
              <a:rPr lang="en-US" sz="2400" b="1" dirty="0">
                <a:solidFill>
                  <a:srgbClr val="000000"/>
                </a:solidFill>
                <a:latin typeface="Arial" panose="020B0604020202020204" pitchFamily="34" charset="0"/>
              </a:rPr>
              <a:t>H</a:t>
            </a:r>
            <a:r>
              <a:rPr lang="en-US" sz="2400" b="1" i="0" u="none" strike="noStrike" dirty="0">
                <a:solidFill>
                  <a:srgbClr val="000000"/>
                </a:solidFill>
                <a:effectLst/>
                <a:latin typeface="Arial" panose="020B0604020202020204" pitchFamily="34" charset="0"/>
              </a:rPr>
              <a:t>ow the student was a good academic and career steward ?</a:t>
            </a:r>
            <a:endParaRPr lang="en-US" sz="2400" b="1" dirty="0">
              <a:effectLst/>
            </a:endParaRPr>
          </a:p>
        </p:txBody>
      </p:sp>
      <p:sp>
        <p:nvSpPr>
          <p:cNvPr id="7" name="TextBox 6">
            <a:extLst>
              <a:ext uri="{FF2B5EF4-FFF2-40B4-BE49-F238E27FC236}">
                <a16:creationId xmlns:a16="http://schemas.microsoft.com/office/drawing/2014/main" id="{8F99A0F0-71DF-BE1A-34E0-539B9DEF7EB0}"/>
              </a:ext>
            </a:extLst>
          </p:cNvPr>
          <p:cNvSpPr txBox="1"/>
          <p:nvPr/>
        </p:nvSpPr>
        <p:spPr>
          <a:xfrm>
            <a:off x="444786" y="2827731"/>
            <a:ext cx="11066573" cy="2308324"/>
          </a:xfrm>
          <a:prstGeom prst="rect">
            <a:avLst/>
          </a:prstGeom>
          <a:noFill/>
        </p:spPr>
        <p:txBody>
          <a:bodyPr wrap="square">
            <a:spAutoFit/>
          </a:bodyPr>
          <a:lstStyle/>
          <a:p>
            <a:pPr rtl="0" fontAlgn="base">
              <a:spcBef>
                <a:spcPts val="0"/>
              </a:spcBef>
              <a:spcAft>
                <a:spcPts val="0"/>
              </a:spcAft>
            </a:pPr>
            <a:r>
              <a:rPr lang="en-US" sz="2400" b="0" i="0" u="none" strike="noStrike" dirty="0">
                <a:solidFill>
                  <a:srgbClr val="000000"/>
                </a:solidFill>
                <a:effectLst/>
                <a:latin typeface="Arial" panose="020B0604020202020204" pitchFamily="34" charset="0"/>
              </a:rPr>
              <a:t>Greta was a GS 170 student who wasn't planning on getting a job soon, but the resume skills she learned allowed her to help her husband get a better job. Later on, her Church leader asked her to come and present on how to use LinkedIn. Greta continued to spread her career stewardship knowledge and in the process developed herself so she would be better prepared to get a job should the need arise.</a:t>
            </a:r>
          </a:p>
        </p:txBody>
      </p:sp>
      <p:sp>
        <p:nvSpPr>
          <p:cNvPr id="15" name="TextBox 14">
            <a:extLst>
              <a:ext uri="{FF2B5EF4-FFF2-40B4-BE49-F238E27FC236}">
                <a16:creationId xmlns:a16="http://schemas.microsoft.com/office/drawing/2014/main" id="{086DD70F-2B08-A6DA-A9D3-35BDF19BC6C3}"/>
              </a:ext>
            </a:extLst>
          </p:cNvPr>
          <p:cNvSpPr txBox="1"/>
          <p:nvPr/>
        </p:nvSpPr>
        <p:spPr>
          <a:xfrm>
            <a:off x="493455" y="2014701"/>
            <a:ext cx="10939677" cy="461665"/>
          </a:xfrm>
          <a:prstGeom prst="rect">
            <a:avLst/>
          </a:prstGeom>
          <a:noFill/>
        </p:spPr>
        <p:txBody>
          <a:bodyPr wrap="square">
            <a:spAutoFit/>
          </a:bodyPr>
          <a:lstStyle/>
          <a:p>
            <a:pPr rtl="0">
              <a:spcBef>
                <a:spcPts val="0"/>
              </a:spcBef>
              <a:spcAft>
                <a:spcPts val="0"/>
              </a:spcAft>
            </a:pPr>
            <a:r>
              <a:rPr lang="en-US" sz="2400" b="0" i="1" u="none" strike="noStrike" dirty="0">
                <a:solidFill>
                  <a:srgbClr val="000000"/>
                </a:solidFill>
                <a:effectLst/>
                <a:latin typeface="Arial" panose="020B0604020202020204" pitchFamily="34" charset="0"/>
              </a:rPr>
              <a:t>Review the following true stories from this week's lesson</a:t>
            </a:r>
            <a:endParaRPr lang="en-MX" sz="2400" i="1" dirty="0"/>
          </a:p>
        </p:txBody>
      </p:sp>
    </p:spTree>
    <p:extLst>
      <p:ext uri="{BB962C8B-B14F-4D97-AF65-F5344CB8AC3E}">
        <p14:creationId xmlns:p14="http://schemas.microsoft.com/office/powerpoint/2010/main" val="20394541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9FE2D-EBF9-1608-AA66-30810762233A}"/>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D28895CE-1B26-5B54-32F9-D5373D58480E}"/>
              </a:ext>
            </a:extLst>
          </p:cNvPr>
          <p:cNvGrpSpPr/>
          <p:nvPr/>
        </p:nvGrpSpPr>
        <p:grpSpPr>
          <a:xfrm>
            <a:off x="-15917" y="0"/>
            <a:ext cx="12216306" cy="6964636"/>
            <a:chOff x="-24306" y="0"/>
            <a:chExt cx="12216306" cy="6964636"/>
          </a:xfrm>
        </p:grpSpPr>
        <p:pic>
          <p:nvPicPr>
            <p:cNvPr id="10" name="Picture 9">
              <a:extLst>
                <a:ext uri="{FF2B5EF4-FFF2-40B4-BE49-F238E27FC236}">
                  <a16:creationId xmlns:a16="http://schemas.microsoft.com/office/drawing/2014/main" id="{46D29571-2A10-A665-ECFE-5456617B4ED0}"/>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CC935704-C992-E927-95C1-FF7F293B969C}"/>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AF1FEAE2-DB7E-993C-A572-BB43190E33E4}"/>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26F77E61-0AA2-7FB5-B08C-D8529A3946C7}"/>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24" name="Rectangle 23">
            <a:extLst>
              <a:ext uri="{FF2B5EF4-FFF2-40B4-BE49-F238E27FC236}">
                <a16:creationId xmlns:a16="http://schemas.microsoft.com/office/drawing/2014/main" id="{14B848DF-3DF5-CDB2-AB46-8255075FAE34}"/>
              </a:ext>
            </a:extLst>
          </p:cNvPr>
          <p:cNvSpPr/>
          <p:nvPr/>
        </p:nvSpPr>
        <p:spPr>
          <a:xfrm>
            <a:off x="444786" y="1788380"/>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 name="TextBox 3">
            <a:extLst>
              <a:ext uri="{FF2B5EF4-FFF2-40B4-BE49-F238E27FC236}">
                <a16:creationId xmlns:a16="http://schemas.microsoft.com/office/drawing/2014/main" id="{E710F513-47C7-EB54-B504-0F9AEB1A07E0}"/>
              </a:ext>
            </a:extLst>
          </p:cNvPr>
          <p:cNvSpPr txBox="1"/>
          <p:nvPr/>
        </p:nvSpPr>
        <p:spPr>
          <a:xfrm>
            <a:off x="3700147" y="149453"/>
            <a:ext cx="9107215" cy="769441"/>
          </a:xfrm>
          <a:prstGeom prst="rect">
            <a:avLst/>
          </a:prstGeom>
          <a:noFill/>
        </p:spPr>
        <p:txBody>
          <a:bodyPr wrap="square">
            <a:spAutoFit/>
          </a:bodyPr>
          <a:lstStyle/>
          <a:p>
            <a:r>
              <a:rPr lang="en-US" sz="4400" b="1" i="0" u="none" strike="noStrike" dirty="0">
                <a:solidFill>
                  <a:srgbClr val="000000"/>
                </a:solidFill>
                <a:effectLst/>
                <a:latin typeface="Arial" panose="020B0604020202020204" pitchFamily="34" charset="0"/>
              </a:rPr>
              <a:t>Being a Good Steward</a:t>
            </a:r>
            <a:endParaRPr lang="en-MX" sz="4400" b="1" dirty="0">
              <a:latin typeface="+mj-lt"/>
              <a:ea typeface="+mj-ea"/>
              <a:cs typeface="+mj-cs"/>
            </a:endParaRPr>
          </a:p>
        </p:txBody>
      </p:sp>
      <p:sp>
        <p:nvSpPr>
          <p:cNvPr id="14" name="TextBox 13">
            <a:extLst>
              <a:ext uri="{FF2B5EF4-FFF2-40B4-BE49-F238E27FC236}">
                <a16:creationId xmlns:a16="http://schemas.microsoft.com/office/drawing/2014/main" id="{C8FC0A6D-7498-C91F-2A77-15B73042321E}"/>
              </a:ext>
            </a:extLst>
          </p:cNvPr>
          <p:cNvSpPr txBox="1"/>
          <p:nvPr/>
        </p:nvSpPr>
        <p:spPr>
          <a:xfrm>
            <a:off x="3033726" y="1146144"/>
            <a:ext cx="6117020" cy="553998"/>
          </a:xfrm>
          <a:prstGeom prst="rect">
            <a:avLst/>
          </a:prstGeom>
          <a:noFill/>
        </p:spPr>
        <p:txBody>
          <a:bodyPr wrap="square">
            <a:spAutoFit/>
          </a:bodyPr>
          <a:lstStyle/>
          <a:p>
            <a:r>
              <a:rPr lang="en-US" sz="3000" b="1" dirty="0">
                <a:latin typeface="+mj-lt"/>
                <a:ea typeface="+mj-ea"/>
                <a:cs typeface="+mj-cs"/>
              </a:rPr>
              <a:t>Discuss</a:t>
            </a:r>
            <a:endParaRPr lang="en-MX" sz="3000" dirty="0"/>
          </a:p>
        </p:txBody>
      </p:sp>
      <p:sp>
        <p:nvSpPr>
          <p:cNvPr id="3" name="TextBox 2">
            <a:extLst>
              <a:ext uri="{FF2B5EF4-FFF2-40B4-BE49-F238E27FC236}">
                <a16:creationId xmlns:a16="http://schemas.microsoft.com/office/drawing/2014/main" id="{51287745-46D1-EB64-26EC-A59DDBCD79D2}"/>
              </a:ext>
            </a:extLst>
          </p:cNvPr>
          <p:cNvSpPr txBox="1"/>
          <p:nvPr/>
        </p:nvSpPr>
        <p:spPr>
          <a:xfrm>
            <a:off x="444786" y="5591512"/>
            <a:ext cx="10798127" cy="461665"/>
          </a:xfrm>
          <a:prstGeom prst="rect">
            <a:avLst/>
          </a:prstGeom>
          <a:noFill/>
        </p:spPr>
        <p:txBody>
          <a:bodyPr wrap="square">
            <a:spAutoFit/>
          </a:bodyPr>
          <a:lstStyle/>
          <a:p>
            <a:pPr rtl="0">
              <a:spcBef>
                <a:spcPts val="0"/>
              </a:spcBef>
              <a:spcAft>
                <a:spcPts val="0"/>
              </a:spcAft>
            </a:pPr>
            <a:r>
              <a:rPr lang="en-US" sz="2400" b="1" dirty="0">
                <a:solidFill>
                  <a:srgbClr val="000000"/>
                </a:solidFill>
                <a:latin typeface="Arial" panose="020B0604020202020204" pitchFamily="34" charset="0"/>
              </a:rPr>
              <a:t>H</a:t>
            </a:r>
            <a:r>
              <a:rPr lang="en-US" sz="2400" b="1" i="0" u="none" strike="noStrike" dirty="0">
                <a:solidFill>
                  <a:srgbClr val="000000"/>
                </a:solidFill>
                <a:effectLst/>
                <a:latin typeface="Arial" panose="020B0604020202020204" pitchFamily="34" charset="0"/>
              </a:rPr>
              <a:t>ow the student was a good academic and career steward ?</a:t>
            </a:r>
            <a:endParaRPr lang="en-US" sz="2400" b="1" dirty="0">
              <a:effectLst/>
            </a:endParaRPr>
          </a:p>
        </p:txBody>
      </p:sp>
      <p:sp>
        <p:nvSpPr>
          <p:cNvPr id="7" name="TextBox 6">
            <a:extLst>
              <a:ext uri="{FF2B5EF4-FFF2-40B4-BE49-F238E27FC236}">
                <a16:creationId xmlns:a16="http://schemas.microsoft.com/office/drawing/2014/main" id="{11BF662F-2EE5-44C9-F5AF-8FF87A98D73A}"/>
              </a:ext>
            </a:extLst>
          </p:cNvPr>
          <p:cNvSpPr txBox="1"/>
          <p:nvPr/>
        </p:nvSpPr>
        <p:spPr>
          <a:xfrm>
            <a:off x="430006" y="3119369"/>
            <a:ext cx="11066573" cy="1569660"/>
          </a:xfrm>
          <a:prstGeom prst="rect">
            <a:avLst/>
          </a:prstGeom>
          <a:noFill/>
        </p:spPr>
        <p:txBody>
          <a:bodyPr wrap="square">
            <a:spAutoFit/>
          </a:bodyPr>
          <a:lstStyle/>
          <a:p>
            <a:pPr rtl="0" fontAlgn="base">
              <a:spcBef>
                <a:spcPts val="0"/>
              </a:spcBef>
              <a:spcAft>
                <a:spcPts val="0"/>
              </a:spcAft>
            </a:pPr>
            <a:r>
              <a:rPr lang="en-US" sz="2400" b="0" i="0" u="none" strike="noStrike" dirty="0">
                <a:solidFill>
                  <a:srgbClr val="000000"/>
                </a:solidFill>
                <a:effectLst/>
                <a:latin typeface="Arial" panose="020B0604020202020204" pitchFamily="34" charset="0"/>
              </a:rPr>
              <a:t>Jasmine took what she learned in PC 102 about running a business, and applied it to her own business selling baked goods in the Philippines. She felt empowered to better define her business model, track sales data, and predict revenues.</a:t>
            </a:r>
          </a:p>
        </p:txBody>
      </p:sp>
      <p:sp>
        <p:nvSpPr>
          <p:cNvPr id="15" name="TextBox 14">
            <a:extLst>
              <a:ext uri="{FF2B5EF4-FFF2-40B4-BE49-F238E27FC236}">
                <a16:creationId xmlns:a16="http://schemas.microsoft.com/office/drawing/2014/main" id="{7AAAF390-BF8C-D37F-89F1-63EBC672E7AC}"/>
              </a:ext>
            </a:extLst>
          </p:cNvPr>
          <p:cNvSpPr txBox="1"/>
          <p:nvPr/>
        </p:nvSpPr>
        <p:spPr>
          <a:xfrm>
            <a:off x="493455" y="2014701"/>
            <a:ext cx="10939677" cy="461665"/>
          </a:xfrm>
          <a:prstGeom prst="rect">
            <a:avLst/>
          </a:prstGeom>
          <a:noFill/>
        </p:spPr>
        <p:txBody>
          <a:bodyPr wrap="square">
            <a:spAutoFit/>
          </a:bodyPr>
          <a:lstStyle/>
          <a:p>
            <a:pPr rtl="0">
              <a:spcBef>
                <a:spcPts val="0"/>
              </a:spcBef>
              <a:spcAft>
                <a:spcPts val="0"/>
              </a:spcAft>
            </a:pPr>
            <a:r>
              <a:rPr lang="en-US" sz="2400" b="0" i="1" u="none" strike="noStrike" dirty="0">
                <a:solidFill>
                  <a:srgbClr val="000000"/>
                </a:solidFill>
                <a:effectLst/>
                <a:latin typeface="Arial" panose="020B0604020202020204" pitchFamily="34" charset="0"/>
              </a:rPr>
              <a:t>Review the following true stories from this week's lesson</a:t>
            </a:r>
            <a:endParaRPr lang="en-MX" sz="2400" i="1" dirty="0"/>
          </a:p>
        </p:txBody>
      </p:sp>
    </p:spTree>
    <p:extLst>
      <p:ext uri="{BB962C8B-B14F-4D97-AF65-F5344CB8AC3E}">
        <p14:creationId xmlns:p14="http://schemas.microsoft.com/office/powerpoint/2010/main" val="30650230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F41FBA0-4EE5-D6E6-DB0E-92E526481A56}"/>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8" name="Picture 7">
            <a:extLst>
              <a:ext uri="{FF2B5EF4-FFF2-40B4-BE49-F238E27FC236}">
                <a16:creationId xmlns:a16="http://schemas.microsoft.com/office/drawing/2014/main" id="{30BBAD82-ED2E-1DAD-7940-9DFDA54709B5}"/>
              </a:ext>
            </a:extLst>
          </p:cNvPr>
          <p:cNvPicPr>
            <a:picLocks noChangeAspect="1"/>
          </p:cNvPicPr>
          <p:nvPr/>
        </p:nvPicPr>
        <p:blipFill>
          <a:blip r:embed="rId2"/>
          <a:stretch>
            <a:fillRect/>
          </a:stretch>
        </p:blipFill>
        <p:spPr>
          <a:xfrm>
            <a:off x="-24306" y="6367736"/>
            <a:ext cx="12216306" cy="596900"/>
          </a:xfrm>
          <a:prstGeom prst="rect">
            <a:avLst/>
          </a:prstGeom>
        </p:spPr>
      </p:pic>
      <p:pic>
        <p:nvPicPr>
          <p:cNvPr id="9" name="Picture 8">
            <a:extLst>
              <a:ext uri="{FF2B5EF4-FFF2-40B4-BE49-F238E27FC236}">
                <a16:creationId xmlns:a16="http://schemas.microsoft.com/office/drawing/2014/main" id="{93CCCCAC-80DF-2B8B-EA34-F88001007D0D}"/>
              </a:ext>
            </a:extLst>
          </p:cNvPr>
          <p:cNvPicPr>
            <a:picLocks noChangeAspect="1"/>
          </p:cNvPicPr>
          <p:nvPr/>
        </p:nvPicPr>
        <p:blipFill>
          <a:blip r:embed="rId3"/>
          <a:stretch>
            <a:fillRect/>
          </a:stretch>
        </p:blipFill>
        <p:spPr>
          <a:xfrm>
            <a:off x="436398" y="0"/>
            <a:ext cx="2790122" cy="2176080"/>
          </a:xfrm>
          <a:prstGeom prst="rect">
            <a:avLst/>
          </a:prstGeom>
        </p:spPr>
      </p:pic>
      <p:sp>
        <p:nvSpPr>
          <p:cNvPr id="12" name="Content Placeholder 2">
            <a:extLst>
              <a:ext uri="{FF2B5EF4-FFF2-40B4-BE49-F238E27FC236}">
                <a16:creationId xmlns:a16="http://schemas.microsoft.com/office/drawing/2014/main" id="{90852E6C-BC27-9260-4E06-164B2370B8AB}"/>
              </a:ext>
            </a:extLst>
          </p:cNvPr>
          <p:cNvSpPr txBox="1">
            <a:spLocks/>
          </p:cNvSpPr>
          <p:nvPr/>
        </p:nvSpPr>
        <p:spPr>
          <a:xfrm>
            <a:off x="2836420" y="2798780"/>
            <a:ext cx="6232079" cy="90649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MX" sz="4400" b="1" dirty="0"/>
              <a:t>Testimony and Prayer</a:t>
            </a:r>
          </a:p>
        </p:txBody>
      </p:sp>
      <p:sp>
        <p:nvSpPr>
          <p:cNvPr id="4" name="TextBox 3">
            <a:extLst>
              <a:ext uri="{FF2B5EF4-FFF2-40B4-BE49-F238E27FC236}">
                <a16:creationId xmlns:a16="http://schemas.microsoft.com/office/drawing/2014/main" id="{E7E61F28-1606-43BA-52EF-A7165649B25B}"/>
              </a:ext>
            </a:extLst>
          </p:cNvPr>
          <p:cNvSpPr txBox="1"/>
          <p:nvPr/>
        </p:nvSpPr>
        <p:spPr>
          <a:xfrm>
            <a:off x="2316759" y="3910049"/>
            <a:ext cx="7558481" cy="707886"/>
          </a:xfrm>
          <a:prstGeom prst="rect">
            <a:avLst/>
          </a:prstGeom>
          <a:noFill/>
        </p:spPr>
        <p:txBody>
          <a:bodyPr wrap="square">
            <a:spAutoFit/>
          </a:bodyPr>
          <a:lstStyle/>
          <a:p>
            <a:r>
              <a:rPr lang="en-MX" sz="4000" dirty="0"/>
              <a:t> - Closing prayer:</a:t>
            </a:r>
          </a:p>
        </p:txBody>
      </p:sp>
    </p:spTree>
    <p:extLst>
      <p:ext uri="{BB962C8B-B14F-4D97-AF65-F5344CB8AC3E}">
        <p14:creationId xmlns:p14="http://schemas.microsoft.com/office/powerpoint/2010/main" val="571288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D2D64-B726-0DBC-600D-FCDF07CA70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6D023B-8227-2436-5649-0D14A6B80127}"/>
              </a:ext>
            </a:extLst>
          </p:cNvPr>
          <p:cNvSpPr>
            <a:spLocks noGrp="1"/>
          </p:cNvSpPr>
          <p:nvPr>
            <p:ph type="ctrTitle"/>
          </p:nvPr>
        </p:nvSpPr>
        <p:spPr>
          <a:xfrm>
            <a:off x="1229742" y="2662693"/>
            <a:ext cx="9144000" cy="1075682"/>
          </a:xfrm>
        </p:spPr>
        <p:txBody>
          <a:bodyPr>
            <a:noAutofit/>
          </a:bodyPr>
          <a:lstStyle/>
          <a:p>
            <a:r>
              <a:rPr lang="en-US" sz="4000" i="0" u="none" strike="noStrike" dirty="0">
                <a:solidFill>
                  <a:srgbClr val="000000"/>
                </a:solidFill>
                <a:effectLst/>
                <a:latin typeface="Arial" panose="020B0604020202020204" pitchFamily="34" charset="0"/>
              </a:rPr>
              <a:t>PC 103 University Skills</a:t>
            </a:r>
            <a:br>
              <a:rPr lang="en-MX" sz="4000" b="1" dirty="0"/>
            </a:br>
            <a:r>
              <a:rPr lang="en-US" sz="4000" b="1" i="0" u="none" strike="noStrike" dirty="0">
                <a:solidFill>
                  <a:srgbClr val="000000"/>
                </a:solidFill>
                <a:effectLst/>
                <a:latin typeface="Arial" panose="020B0604020202020204" pitchFamily="34" charset="0"/>
              </a:rPr>
              <a:t>Academic and Career Stewardships</a:t>
            </a:r>
            <a:endParaRPr lang="en-MX" sz="4000" b="1" dirty="0"/>
          </a:p>
        </p:txBody>
      </p:sp>
      <p:sp>
        <p:nvSpPr>
          <p:cNvPr id="3" name="Subtitle 2">
            <a:extLst>
              <a:ext uri="{FF2B5EF4-FFF2-40B4-BE49-F238E27FC236}">
                <a16:creationId xmlns:a16="http://schemas.microsoft.com/office/drawing/2014/main" id="{42A2336B-7138-EC99-0D28-C4E3D36927EA}"/>
              </a:ext>
            </a:extLst>
          </p:cNvPr>
          <p:cNvSpPr>
            <a:spLocks noGrp="1"/>
          </p:cNvSpPr>
          <p:nvPr>
            <p:ph type="subTitle" idx="1"/>
          </p:nvPr>
        </p:nvSpPr>
        <p:spPr>
          <a:xfrm>
            <a:off x="1229742" y="4224988"/>
            <a:ext cx="9144000" cy="720150"/>
          </a:xfrm>
        </p:spPr>
        <p:txBody>
          <a:bodyPr>
            <a:noAutofit/>
          </a:bodyPr>
          <a:lstStyle/>
          <a:p>
            <a:r>
              <a:rPr lang="en-MX" sz="4400" dirty="0"/>
              <a:t>Thank you!!</a:t>
            </a:r>
          </a:p>
        </p:txBody>
      </p:sp>
      <p:sp>
        <p:nvSpPr>
          <p:cNvPr id="6" name="Rectangle 5">
            <a:extLst>
              <a:ext uri="{FF2B5EF4-FFF2-40B4-BE49-F238E27FC236}">
                <a16:creationId xmlns:a16="http://schemas.microsoft.com/office/drawing/2014/main" id="{248B9839-C9C7-7128-B2A5-82FCE3C4E2EE}"/>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8" name="Picture 7">
            <a:extLst>
              <a:ext uri="{FF2B5EF4-FFF2-40B4-BE49-F238E27FC236}">
                <a16:creationId xmlns:a16="http://schemas.microsoft.com/office/drawing/2014/main" id="{BB4DBD0A-1404-C2FB-0EEA-A61443EC1378}"/>
              </a:ext>
            </a:extLst>
          </p:cNvPr>
          <p:cNvPicPr>
            <a:picLocks noChangeAspect="1"/>
          </p:cNvPicPr>
          <p:nvPr/>
        </p:nvPicPr>
        <p:blipFill>
          <a:blip r:embed="rId3"/>
          <a:stretch>
            <a:fillRect/>
          </a:stretch>
        </p:blipFill>
        <p:spPr>
          <a:xfrm>
            <a:off x="-24306" y="6367736"/>
            <a:ext cx="12216306" cy="596900"/>
          </a:xfrm>
          <a:prstGeom prst="rect">
            <a:avLst/>
          </a:prstGeom>
        </p:spPr>
      </p:pic>
      <p:pic>
        <p:nvPicPr>
          <p:cNvPr id="9" name="Picture 8">
            <a:extLst>
              <a:ext uri="{FF2B5EF4-FFF2-40B4-BE49-F238E27FC236}">
                <a16:creationId xmlns:a16="http://schemas.microsoft.com/office/drawing/2014/main" id="{08CF8B2D-38B5-3A03-AFEB-B86A395C47AC}"/>
              </a:ext>
            </a:extLst>
          </p:cNvPr>
          <p:cNvPicPr>
            <a:picLocks noChangeAspect="1"/>
          </p:cNvPicPr>
          <p:nvPr/>
        </p:nvPicPr>
        <p:blipFill>
          <a:blip r:embed="rId4"/>
          <a:stretch>
            <a:fillRect/>
          </a:stretch>
        </p:blipFill>
        <p:spPr>
          <a:xfrm>
            <a:off x="436398" y="0"/>
            <a:ext cx="2790122" cy="2176080"/>
          </a:xfrm>
          <a:prstGeom prst="rect">
            <a:avLst/>
          </a:prstGeom>
        </p:spPr>
      </p:pic>
    </p:spTree>
    <p:extLst>
      <p:ext uri="{BB962C8B-B14F-4D97-AF65-F5344CB8AC3E}">
        <p14:creationId xmlns:p14="http://schemas.microsoft.com/office/powerpoint/2010/main" val="37716575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1024</TotalTime>
  <Words>2225</Words>
  <Application>Microsoft Macintosh PowerPoint</Application>
  <PresentationFormat>Widescreen</PresentationFormat>
  <Paragraphs>157</Paragraphs>
  <Slides>23</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Aptos</vt:lpstr>
      <vt:lpstr>Aptos Display</vt:lpstr>
      <vt:lpstr>Arial</vt:lpstr>
      <vt:lpstr>Ensign:Serif</vt:lpstr>
      <vt:lpstr>Lato Extended</vt:lpstr>
      <vt:lpstr>Open Sans</vt:lpstr>
      <vt:lpstr>var(--secondaryHeadlineFont)</vt:lpstr>
      <vt:lpstr>Office Theme</vt:lpstr>
      <vt:lpstr>PC 103 University Skills Academic and Career Stewardships</vt:lpstr>
      <vt:lpstr>PowerPoint Presentation</vt:lpstr>
      <vt:lpstr>Devotional</vt:lpstr>
      <vt:lpstr>Devotional</vt:lpstr>
      <vt:lpstr>Role of BYU-Pathway Worldwide</vt:lpstr>
      <vt:lpstr>PowerPoint Presentation</vt:lpstr>
      <vt:lpstr>PowerPoint Presentation</vt:lpstr>
      <vt:lpstr>Ecclesiastical Endorsement</vt:lpstr>
      <vt:lpstr>Student Ecclesiastical Endorsement Questions</vt:lpstr>
      <vt:lpstr>Student Ecclesiastical Endorsement Questions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PC 103 University Skills Academic and Career Stewardships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W03 Gathering</dc:title>
  <dc:creator>julio celon</dc:creator>
  <cp:lastModifiedBy>julio celon</cp:lastModifiedBy>
  <cp:revision>10</cp:revision>
  <dcterms:created xsi:type="dcterms:W3CDTF">2024-05-06T20:44:38Z</dcterms:created>
  <dcterms:modified xsi:type="dcterms:W3CDTF">2024-09-27T05:02:20Z</dcterms:modified>
</cp:coreProperties>
</file>