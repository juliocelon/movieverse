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91"/>
    <p:restoredTop sz="94743"/>
  </p:normalViewPr>
  <p:slideViewPr>
    <p:cSldViewPr snapToGrid="0">
      <p:cViewPr varScale="1">
        <p:scale>
          <a:sx n="146" d="100"/>
          <a:sy n="146" d="100"/>
        </p:scale>
        <p:origin x="10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E5BEF-ADA8-435B-D384-536D6D987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0A2DA-28DE-4086-379D-734E686DF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74FC1-3F22-AFA1-3254-F0F9345D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3C78F-5A38-7994-A450-DB628D14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47696-7F93-11F9-B57E-5E9A5A9F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740660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6AB9-729A-5D61-D41B-FF5D3382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2706-1CA2-EDC2-F4E8-DE49F2682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68C3E-55EB-340D-BF09-E9E2DE0D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F12BF-0149-ABBE-77D7-8D9C5476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0060F-8E99-97B8-28EE-B57EAD34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049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086B-EA3C-CD4B-7495-A1CD4C5B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4D3CA-EEBD-D0BD-B20F-BB77906FF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0433C-1CB3-51AC-F16E-C9A1EE19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A397C-832F-C981-199F-418B9BF2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DDA73-0825-E02B-A953-9C9887DF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6476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28F7-E169-99C7-1863-527F7A9B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34692-0745-D8F9-B5C1-B13C97197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F8B0C-5312-6FD1-BE63-1124E37D2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DC08-C87A-A7F1-9A13-5894A97B8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72C52-1679-D541-648E-7C1AA761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EB591-86D8-6DE9-5802-00B469E7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8608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D299-378D-B458-8CEC-DA6A3ACD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D83E4-709A-0827-30E3-062B50796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B2247-E15A-7E70-FD04-A35A777E9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8A7C7-78E7-E62C-48B4-C79F5FCA2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BFAA8-471F-FE9C-D803-27CD76EA9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4D55C-1117-308C-A245-AB3D2E67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BA93A-EE3F-C319-C975-E3A5A655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4E3E2D-A02A-D903-62BE-B6C96FFD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92424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1900-6E8D-B0DF-EAF5-27F4B384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3E3C9-FDFD-E417-1564-8BD874C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6AA02-20D5-39EA-13CF-B19F5D9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1C983-AA94-E40B-FCD9-B771BDE7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2584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D1675-E3D3-DC06-7E2E-DB1F5399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1B20D-B43E-B36F-C882-1930D8415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03993-5C9D-4CEA-EBBB-ED7E7745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48721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02B2-C680-7D23-163D-26C2A6074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8CEC-3E43-1404-7F91-38A8C5D1A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1AC26-B70F-678A-4810-6CAB6172D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66B5B-E54C-A208-84F0-76A0B02F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1F408-C34A-3E56-5D6C-FBB83C9A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A5EFE-A0A4-D6B9-C66C-40229C4F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9432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C57A-71EC-DBF0-A354-716BCE3F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08639-CD47-5489-8969-A4B205F5C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694D9-E065-240C-7E06-A486C6E50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EF0AB-3020-831F-0BA9-43B67C00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67A19-65DE-3D9F-7023-EA5F572E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80868-C315-1DB0-5F79-33749E09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758785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9F3C-ED8E-467E-B299-7881F7BC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DD42C-1840-ABD5-44CF-64DFCBE16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46813-1810-11E3-B385-37CFF017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E6BB2-5FCF-21E0-A21C-51E64335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67BE5-D52F-03DF-4C88-7F27DA2F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2547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7AD6A4-E6CE-4B1F-3F9B-CD20428D77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F7FEA-47A3-53A2-B478-FAC68ACDB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F4258-8E17-2068-7269-F74C22B3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19B2-52BC-937E-C62D-4A01703D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53F23-6CF1-4753-A46B-D4922DEE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2245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91B72B-F55D-5F0C-9108-8A339644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2A4EF-3ED2-DAE9-DD33-BFF62A360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BF3B2-880A-DA3C-97FB-067C45C28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2ED55-BDAB-394D-A9F5-A1CA15FEF18A}" type="datetimeFigureOut">
              <a:rPr lang="en-MX" smtClean="0"/>
              <a:t>30/09/24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82838-B8A1-7174-92A1-E0E6A9DB8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3C645-7F98-B6F0-7AC9-2E52E606D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5A49E-0A57-8441-AE23-9137C3ACDD5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5360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E31CBF1-7C67-3385-452E-66B3C2A7098F}"/>
              </a:ext>
            </a:extLst>
          </p:cNvPr>
          <p:cNvSpPr/>
          <p:nvPr/>
        </p:nvSpPr>
        <p:spPr>
          <a:xfrm>
            <a:off x="518474" y="2064470"/>
            <a:ext cx="575035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69ED4F-6DF8-9909-8F4A-60FEEA49220E}"/>
              </a:ext>
            </a:extLst>
          </p:cNvPr>
          <p:cNvSpPr/>
          <p:nvPr/>
        </p:nvSpPr>
        <p:spPr>
          <a:xfrm>
            <a:off x="1733319" y="1041213"/>
            <a:ext cx="1192761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tree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1B7026-6B94-D747-2876-FC9DAB62E154}"/>
              </a:ext>
            </a:extLst>
          </p:cNvPr>
          <p:cNvSpPr/>
          <p:nvPr/>
        </p:nvSpPr>
        <p:spPr>
          <a:xfrm>
            <a:off x="1733319" y="4066993"/>
            <a:ext cx="1454018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Building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BA913C-E5F0-3BA9-4A5B-20376ABE309F}"/>
              </a:ext>
            </a:extLst>
          </p:cNvPr>
          <p:cNvSpPr/>
          <p:nvPr/>
        </p:nvSpPr>
        <p:spPr>
          <a:xfrm>
            <a:off x="4149947" y="553804"/>
            <a:ext cx="1946053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en-MX" dirty="0"/>
              <a:t>ron road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AFA76D-27FE-BD2B-71A2-548409673342}"/>
              </a:ext>
            </a:extLst>
          </p:cNvPr>
          <p:cNvSpPr/>
          <p:nvPr/>
        </p:nvSpPr>
        <p:spPr>
          <a:xfrm>
            <a:off x="3967067" y="2103702"/>
            <a:ext cx="1946053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Walk</a:t>
            </a:r>
            <a:r>
              <a:rPr lang="es-ES" dirty="0"/>
              <a:t> alone</a:t>
            </a:r>
            <a:endParaRPr lang="en-MX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FA7BD6-7BC8-D07E-032E-778D939F2F44}"/>
              </a:ext>
            </a:extLst>
          </p:cNvPr>
          <p:cNvSpPr/>
          <p:nvPr/>
        </p:nvSpPr>
        <p:spPr>
          <a:xfrm>
            <a:off x="4213085" y="3372463"/>
            <a:ext cx="1454018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river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E4A95F-A03D-F613-E578-08C8E6C52CAF}"/>
              </a:ext>
            </a:extLst>
          </p:cNvPr>
          <p:cNvSpPr/>
          <p:nvPr/>
        </p:nvSpPr>
        <p:spPr>
          <a:xfrm>
            <a:off x="4213085" y="4756499"/>
            <a:ext cx="1454018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r>
              <a:rPr lang="en-MX" dirty="0"/>
              <a:t>o to a forest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4B827C-BBAE-5388-A196-96E0BB941CCC}"/>
              </a:ext>
            </a:extLst>
          </p:cNvPr>
          <p:cNvSpPr/>
          <p:nvPr/>
        </p:nvSpPr>
        <p:spPr>
          <a:xfrm>
            <a:off x="6524899" y="3089659"/>
            <a:ext cx="2509932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nadar</a:t>
            </a:r>
            <a:endParaRPr lang="en-MX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C07D6D-34FE-C1CD-97E8-A2E67FD75077}"/>
              </a:ext>
            </a:extLst>
          </p:cNvPr>
          <p:cNvSpPr/>
          <p:nvPr/>
        </p:nvSpPr>
        <p:spPr>
          <a:xfrm>
            <a:off x="6524899" y="3681483"/>
            <a:ext cx="2509932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Subes a un barco</a:t>
            </a:r>
            <a:endParaRPr lang="en-MX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6FC2BE-2EB4-8C57-B239-735F19478EF9}"/>
              </a:ext>
            </a:extLst>
          </p:cNvPr>
          <p:cNvSpPr/>
          <p:nvPr/>
        </p:nvSpPr>
        <p:spPr>
          <a:xfrm>
            <a:off x="6727839" y="4473695"/>
            <a:ext cx="2407451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Follow</a:t>
            </a:r>
            <a:r>
              <a:rPr lang="es-ES" dirty="0"/>
              <a:t> a </a:t>
            </a:r>
            <a:r>
              <a:rPr lang="es-ES" dirty="0" err="1"/>
              <a:t>rabit</a:t>
            </a:r>
            <a:endParaRPr lang="en-MX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655B42-55DB-E63E-23C1-15C193BEF1FD}"/>
              </a:ext>
            </a:extLst>
          </p:cNvPr>
          <p:cNvSpPr/>
          <p:nvPr/>
        </p:nvSpPr>
        <p:spPr>
          <a:xfrm>
            <a:off x="5996320" y="215023"/>
            <a:ext cx="1946053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Comese</a:t>
            </a:r>
            <a:r>
              <a:rPr lang="es-ES" dirty="0"/>
              <a:t> del fruto</a:t>
            </a:r>
            <a:endParaRPr lang="en-MX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C2ABF4-2A48-92F0-71C8-30E399A5AF23}"/>
              </a:ext>
            </a:extLst>
          </p:cNvPr>
          <p:cNvSpPr/>
          <p:nvPr/>
        </p:nvSpPr>
        <p:spPr>
          <a:xfrm>
            <a:off x="5913120" y="871484"/>
            <a:ext cx="1946053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 alejas del </a:t>
            </a:r>
            <a:r>
              <a:rPr lang="es-ES" dirty="0" err="1"/>
              <a:t>arbol</a:t>
            </a:r>
            <a:endParaRPr lang="en-MX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8C33CE8-5968-7FDD-D46E-F2296B92A80A}"/>
              </a:ext>
            </a:extLst>
          </p:cNvPr>
          <p:cNvSpPr/>
          <p:nvPr/>
        </p:nvSpPr>
        <p:spPr>
          <a:xfrm>
            <a:off x="6416664" y="1692654"/>
            <a:ext cx="1946053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Find</a:t>
            </a:r>
            <a:r>
              <a:rPr lang="es-ES" dirty="0"/>
              <a:t> a </a:t>
            </a:r>
            <a:r>
              <a:rPr lang="es-ES" dirty="0" err="1"/>
              <a:t>narrow</a:t>
            </a:r>
            <a:r>
              <a:rPr lang="es-ES" dirty="0"/>
              <a:t> </a:t>
            </a:r>
            <a:r>
              <a:rPr lang="es-ES" dirty="0" err="1"/>
              <a:t>path</a:t>
            </a:r>
            <a:endParaRPr lang="en-MX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AF1C636-2D45-EA3B-3767-5BCCA6D78192}"/>
              </a:ext>
            </a:extLst>
          </p:cNvPr>
          <p:cNvSpPr/>
          <p:nvPr/>
        </p:nvSpPr>
        <p:spPr>
          <a:xfrm>
            <a:off x="6800154" y="5065519"/>
            <a:ext cx="2407451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Follow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angel</a:t>
            </a:r>
            <a:endParaRPr lang="en-MX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70227A8-80CC-293A-87D4-A5F971B618B9}"/>
              </a:ext>
            </a:extLst>
          </p:cNvPr>
          <p:cNvSpPr/>
          <p:nvPr/>
        </p:nvSpPr>
        <p:spPr>
          <a:xfrm>
            <a:off x="6800153" y="5703712"/>
            <a:ext cx="2407451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Follow</a:t>
            </a:r>
            <a:r>
              <a:rPr lang="es-ES" dirty="0"/>
              <a:t> a </a:t>
            </a:r>
            <a:r>
              <a:rPr lang="es-ES" dirty="0" err="1"/>
              <a:t>snake</a:t>
            </a:r>
            <a:endParaRPr lang="en-MX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9FA18BB-5AF3-0B29-8C86-F3D2D9977600}"/>
              </a:ext>
            </a:extLst>
          </p:cNvPr>
          <p:cNvSpPr/>
          <p:nvPr/>
        </p:nvSpPr>
        <p:spPr>
          <a:xfrm>
            <a:off x="6524899" y="2297447"/>
            <a:ext cx="1946053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Listen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father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10656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42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celon</dc:creator>
  <cp:lastModifiedBy>julio celon</cp:lastModifiedBy>
  <cp:revision>1</cp:revision>
  <dcterms:created xsi:type="dcterms:W3CDTF">2024-09-30T23:08:11Z</dcterms:created>
  <dcterms:modified xsi:type="dcterms:W3CDTF">2024-09-30T23:51:16Z</dcterms:modified>
</cp:coreProperties>
</file>