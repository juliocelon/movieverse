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426E-7695-ABA0-4624-D5BA56516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42B02-24FE-CD33-19D0-B3705D595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1D9CB-E0A9-1B78-3DB3-1B889636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61492-7BAC-FF81-AD58-A7121081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9034C-3CC1-F691-9D36-F941D648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5588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A32D-1172-82F4-4E51-06C42ECD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F4118-989C-5744-8CBC-67C147BD5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D9C1F-227B-CC68-0487-2DA632623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94D38-E1F9-18B9-B7DA-EBE15BED8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9C44D-28B0-C81D-D0B9-A9B78E10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76967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E40F-28F7-DE36-1474-B8194A8AF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D3A36-C160-E2F9-8845-70876E4FC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1AD38-1396-13CD-41FD-FC51A06BA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0A242-9BD7-B0D5-D73B-D30997C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F3A92-68B1-5CAA-3CC4-98DD33CE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85513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24393-6DE5-2BD3-1DC0-E3629206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11933-8D2B-0A7C-3033-1D2AC3C86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3F22F-3BF4-76B2-EF52-1672EC0E8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D1BE9-2AFB-3904-BD2F-194444AF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04144-9809-CF82-3578-C36AB460F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9C1E0-FD23-BB55-A66C-56C6501D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888466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F3FF-EE2E-96B8-1EC4-6D1210B14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C7C02-D755-DD2B-F229-FDC253DB7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ADCF1-7784-2940-F5C1-35D2F0059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D198A3-870B-553B-4288-4D1718149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7B19C9-B682-129A-C930-5FAED15C6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16E76-A420-103F-A3B5-10CA7ABC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E58B4-38C1-F78D-5886-3C4BBACE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2D2A30-33D3-AD7B-C11D-70FD7BA9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87202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678E-5F40-AB0D-27AC-2423CA72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90209C-2779-17A6-7A49-7F463C1E4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8E461-364D-5653-2D5C-ABFAC1E8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45F67-7EEE-9FC5-C425-BA8676A2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1669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12D051-476D-6867-F0FB-C67E8D39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454693-3257-3839-E9C0-BB3B69835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CD904-6971-7592-3CA8-B7B936F6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40963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E521-E776-F097-48BE-EA0E8155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3483F-B06C-312D-DB15-3B489E175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DE2B0-3616-B896-AD2F-27D8D12B1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C0A28-64E3-7BD2-E935-636B5FE86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2E99-B073-5B09-8235-5ABCF983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2F2F-D5DD-EFB7-2587-C62046D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72839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19D1C-D4B3-543F-5ED6-D973C13A1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39F796-A6BB-EDF3-A73C-341F12B6F5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0F26E-F5A5-9AC2-E24F-06B760441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FA462-7E4D-202B-7AC3-1D6C76B5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8C788-A973-A4FF-D225-35B02AC22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89009-B69D-1DAE-C950-D928C522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973760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102D-28E6-6693-4F56-3F64A752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D0BD7-6A45-6B93-4195-DB53093F4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C685D-3022-74C0-7BD0-258451CC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FA234-98BA-C5D6-7A76-4D2CDE5C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89CE4-3B0B-4C97-B97C-F95E4994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990455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16CD08-04B7-C84B-2FAE-F3A181D16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1CF08-49C6-739E-F1F8-A5A9D5A4E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934A6-D968-D5B1-0102-859FF0EE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81C44-F6F1-6C74-C1E8-C78343B3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E5648-463D-154D-5F06-ABA60AD8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14271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64B92C-4DC7-B201-7E51-02EACF780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5E589-62ED-DC65-1A57-12B54D3EF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E00A5-96CF-8666-8E7F-8DB48F010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8075-3191-9744-A923-F7789FDF0743}" type="datetimeFigureOut">
              <a:rPr lang="en-MX" smtClean="0"/>
              <a:t>19/07/24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5D3C2-00D5-D145-73DC-3E084DCB6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E9A4A-FEE3-765B-C8B0-53EBE8D53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55669-9A08-844F-AB16-4A8051C6CD7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24802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F8BDDAD-9D48-7F29-06DA-6BE2E1D0A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26" y="0"/>
            <a:ext cx="8521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D74ED0-4B0C-86C4-46C1-918240983097}"/>
              </a:ext>
            </a:extLst>
          </p:cNvPr>
          <p:cNvSpPr txBox="1"/>
          <p:nvPr/>
        </p:nvSpPr>
        <p:spPr>
          <a:xfrm>
            <a:off x="6442840" y="2691410"/>
            <a:ext cx="1362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1200" dirty="0"/>
              <a:t>Break-Event point</a:t>
            </a:r>
          </a:p>
        </p:txBody>
      </p:sp>
    </p:spTree>
    <p:extLst>
      <p:ext uri="{BB962C8B-B14F-4D97-AF65-F5344CB8AC3E}">
        <p14:creationId xmlns:p14="http://schemas.microsoft.com/office/powerpoint/2010/main" val="3358878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celon</dc:creator>
  <cp:lastModifiedBy>julio celon</cp:lastModifiedBy>
  <cp:revision>1</cp:revision>
  <dcterms:created xsi:type="dcterms:W3CDTF">2024-07-19T13:28:39Z</dcterms:created>
  <dcterms:modified xsi:type="dcterms:W3CDTF">2024-07-19T14:14:46Z</dcterms:modified>
</cp:coreProperties>
</file>